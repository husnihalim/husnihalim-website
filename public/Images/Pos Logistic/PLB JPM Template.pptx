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 id="2147483762" r:id="rId2"/>
    <p:sldMasterId id="2147483780" r:id="rId3"/>
    <p:sldMasterId id="2147483805" r:id="rId4"/>
  </p:sldMasterIdLst>
  <p:notesMasterIdLst>
    <p:notesMasterId r:id="rId26"/>
  </p:notesMasterIdLst>
  <p:sldIdLst>
    <p:sldId id="2047" r:id="rId5"/>
    <p:sldId id="2057" r:id="rId6"/>
    <p:sldId id="2058" r:id="rId7"/>
    <p:sldId id="2059" r:id="rId8"/>
    <p:sldId id="2053" r:id="rId9"/>
    <p:sldId id="2055" r:id="rId10"/>
    <p:sldId id="2056" r:id="rId11"/>
    <p:sldId id="2054" r:id="rId12"/>
    <p:sldId id="1655" r:id="rId13"/>
    <p:sldId id="2048" r:id="rId14"/>
    <p:sldId id="2052" r:id="rId15"/>
    <p:sldId id="2040" r:id="rId16"/>
    <p:sldId id="1662" r:id="rId17"/>
    <p:sldId id="1640" r:id="rId18"/>
    <p:sldId id="1305" r:id="rId19"/>
    <p:sldId id="1663" r:id="rId20"/>
    <p:sldId id="1647" r:id="rId21"/>
    <p:sldId id="1624" r:id="rId22"/>
    <p:sldId id="1652" r:id="rId23"/>
    <p:sldId id="1518" r:id="rId24"/>
    <p:sldId id="165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6092"/>
    <a:srgbClr val="4472C4"/>
    <a:srgbClr val="14347D"/>
    <a:srgbClr val="13357E"/>
    <a:srgbClr val="DAE3F3"/>
    <a:srgbClr val="FF3B3B"/>
    <a:srgbClr val="F65C5C"/>
    <a:srgbClr val="FF7171"/>
    <a:srgbClr val="FF4343"/>
    <a:srgbClr val="F549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4AC4AE-8007-455D-8270-775CDA86755D}" v="83" dt="2026-01-25T13:30:23.0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66" d="100"/>
          <a:sy n="66" d="100"/>
        </p:scale>
        <p:origin x="38"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perational Excellence Academy6" userId="6e9043d510d79392" providerId="LiveId" clId="{7B99C48E-A537-4570-BA13-58FE3DB33F33}"/>
    <pc:docChg chg="undo custSel addSld delSld modSld sldOrd delMainMaster modMainMaster">
      <pc:chgData name="Operational Excellence Academy6" userId="6e9043d510d79392" providerId="LiveId" clId="{7B99C48E-A537-4570-BA13-58FE3DB33F33}" dt="2026-01-26T02:33:31.450" v="1060" actId="20577"/>
      <pc:docMkLst>
        <pc:docMk/>
      </pc:docMkLst>
      <pc:sldChg chg="addSp delSp modSp mod">
        <pc:chgData name="Operational Excellence Academy6" userId="6e9043d510d79392" providerId="LiveId" clId="{7B99C48E-A537-4570-BA13-58FE3DB33F33}" dt="2026-01-25T13:30:12.315" v="982"/>
        <pc:sldMkLst>
          <pc:docMk/>
          <pc:sldMk cId="431826170" sldId="1305"/>
        </pc:sldMkLst>
        <pc:spChg chg="del">
          <ac:chgData name="Operational Excellence Academy6" userId="6e9043d510d79392" providerId="LiveId" clId="{7B99C48E-A537-4570-BA13-58FE3DB33F33}" dt="2026-01-25T13:30:11.790" v="981" actId="478"/>
          <ac:spMkLst>
            <pc:docMk/>
            <pc:sldMk cId="431826170" sldId="1305"/>
            <ac:spMk id="2" creationId="{00000000-0000-0000-0000-000000000000}"/>
          </ac:spMkLst>
        </pc:spChg>
        <pc:spChg chg="add mod">
          <ac:chgData name="Operational Excellence Academy6" userId="6e9043d510d79392" providerId="LiveId" clId="{7B99C48E-A537-4570-BA13-58FE3DB33F33}" dt="2026-01-25T13:30:12.315" v="982"/>
          <ac:spMkLst>
            <pc:docMk/>
            <pc:sldMk cId="431826170" sldId="1305"/>
            <ac:spMk id="3" creationId="{3823DA78-9AEF-74D4-939A-74FCE78B5D2E}"/>
          </ac:spMkLst>
        </pc:spChg>
        <pc:spChg chg="mod">
          <ac:chgData name="Operational Excellence Academy6" userId="6e9043d510d79392" providerId="LiveId" clId="{7B99C48E-A537-4570-BA13-58FE3DB33F33}" dt="2026-01-23T07:22:14.358" v="153" actId="207"/>
          <ac:spMkLst>
            <pc:docMk/>
            <pc:sldMk cId="431826170" sldId="1305"/>
            <ac:spMk id="27" creationId="{BB5E6781-7768-4DFD-8356-63D94ACA6C2A}"/>
          </ac:spMkLst>
        </pc:spChg>
        <pc:spChg chg="mod">
          <ac:chgData name="Operational Excellence Academy6" userId="6e9043d510d79392" providerId="LiveId" clId="{7B99C48E-A537-4570-BA13-58FE3DB33F33}" dt="2026-01-23T07:22:14.358" v="153" actId="207"/>
          <ac:spMkLst>
            <pc:docMk/>
            <pc:sldMk cId="431826170" sldId="1305"/>
            <ac:spMk id="29" creationId="{29B841FF-A45A-494F-B07F-AB4C97A2E51A}"/>
          </ac:spMkLst>
        </pc:spChg>
        <pc:spChg chg="mod">
          <ac:chgData name="Operational Excellence Academy6" userId="6e9043d510d79392" providerId="LiveId" clId="{7B99C48E-A537-4570-BA13-58FE3DB33F33}" dt="2026-01-23T07:22:14.358" v="153" actId="207"/>
          <ac:spMkLst>
            <pc:docMk/>
            <pc:sldMk cId="431826170" sldId="1305"/>
            <ac:spMk id="38" creationId="{F278B5CD-3BB6-4FFA-AB74-02DC25AF4D39}"/>
          </ac:spMkLst>
        </pc:spChg>
      </pc:sldChg>
      <pc:sldChg chg="modSp mod">
        <pc:chgData name="Operational Excellence Academy6" userId="6e9043d510d79392" providerId="LiveId" clId="{7B99C48E-A537-4570-BA13-58FE3DB33F33}" dt="2026-01-24T13:53:09.024" v="829" actId="207"/>
        <pc:sldMkLst>
          <pc:docMk/>
          <pc:sldMk cId="2100695081" sldId="1518"/>
        </pc:sldMkLst>
        <pc:spChg chg="mod">
          <ac:chgData name="Operational Excellence Academy6" userId="6e9043d510d79392" providerId="LiveId" clId="{7B99C48E-A537-4570-BA13-58FE3DB33F33}" dt="2026-01-24T13:53:09.024" v="829" actId="207"/>
          <ac:spMkLst>
            <pc:docMk/>
            <pc:sldMk cId="2100695081" sldId="1518"/>
            <ac:spMk id="36" creationId="{4EF9EB13-FDD3-4F42-9AA7-D9FB0B23C2CC}"/>
          </ac:spMkLst>
        </pc:spChg>
        <pc:spChg chg="mod">
          <ac:chgData name="Operational Excellence Academy6" userId="6e9043d510d79392" providerId="LiveId" clId="{7B99C48E-A537-4570-BA13-58FE3DB33F33}" dt="2026-01-24T13:53:09.024" v="829" actId="207"/>
          <ac:spMkLst>
            <pc:docMk/>
            <pc:sldMk cId="2100695081" sldId="1518"/>
            <ac:spMk id="37" creationId="{2BED94A9-CCA4-4AD8-8DD8-686EFD0414C2}"/>
          </ac:spMkLst>
        </pc:spChg>
        <pc:spChg chg="mod">
          <ac:chgData name="Operational Excellence Academy6" userId="6e9043d510d79392" providerId="LiveId" clId="{7B99C48E-A537-4570-BA13-58FE3DB33F33}" dt="2026-01-24T13:53:09.024" v="829" actId="207"/>
          <ac:spMkLst>
            <pc:docMk/>
            <pc:sldMk cId="2100695081" sldId="1518"/>
            <ac:spMk id="42" creationId="{D04ACA6A-73F1-4551-B507-DE717751575C}"/>
          </ac:spMkLst>
        </pc:spChg>
      </pc:sldChg>
      <pc:sldChg chg="addSp delSp modSp mod">
        <pc:chgData name="Operational Excellence Academy6" userId="6e9043d510d79392" providerId="LiveId" clId="{7B99C48E-A537-4570-BA13-58FE3DB33F33}" dt="2026-01-25T13:30:23.019" v="986"/>
        <pc:sldMkLst>
          <pc:docMk/>
          <pc:sldMk cId="2640781091" sldId="1624"/>
        </pc:sldMkLst>
        <pc:spChg chg="add mod">
          <ac:chgData name="Operational Excellence Academy6" userId="6e9043d510d79392" providerId="LiveId" clId="{7B99C48E-A537-4570-BA13-58FE3DB33F33}" dt="2026-01-25T13:30:23.019" v="986"/>
          <ac:spMkLst>
            <pc:docMk/>
            <pc:sldMk cId="2640781091" sldId="1624"/>
            <ac:spMk id="2" creationId="{8AC371AA-74D0-ED2F-13BE-9D13A54A8913}"/>
          </ac:spMkLst>
        </pc:spChg>
        <pc:spChg chg="mod">
          <ac:chgData name="Operational Excellence Academy6" userId="6e9043d510d79392" providerId="LiveId" clId="{7B99C48E-A537-4570-BA13-58FE3DB33F33}" dt="2026-01-24T13:53:28.367" v="831" actId="207"/>
          <ac:spMkLst>
            <pc:docMk/>
            <pc:sldMk cId="2640781091" sldId="1624"/>
            <ac:spMk id="32" creationId="{CE839D85-E86C-4DF5-A1FF-4B971827414C}"/>
          </ac:spMkLst>
        </pc:spChg>
        <pc:spChg chg="mod">
          <ac:chgData name="Operational Excellence Academy6" userId="6e9043d510d79392" providerId="LiveId" clId="{7B99C48E-A537-4570-BA13-58FE3DB33F33}" dt="2026-01-24T13:53:28.367" v="831" actId="207"/>
          <ac:spMkLst>
            <pc:docMk/>
            <pc:sldMk cId="2640781091" sldId="1624"/>
            <ac:spMk id="44" creationId="{CE839D85-E86C-4DF5-A1FF-4B971827414C}"/>
          </ac:spMkLst>
        </pc:spChg>
        <pc:spChg chg="mod">
          <ac:chgData name="Operational Excellence Academy6" userId="6e9043d510d79392" providerId="LiveId" clId="{7B99C48E-A537-4570-BA13-58FE3DB33F33}" dt="2026-01-24T13:53:28.367" v="831" actId="207"/>
          <ac:spMkLst>
            <pc:docMk/>
            <pc:sldMk cId="2640781091" sldId="1624"/>
            <ac:spMk id="49" creationId="{CE839D85-E86C-4DF5-A1FF-4B971827414C}"/>
          </ac:spMkLst>
        </pc:spChg>
        <pc:spChg chg="del">
          <ac:chgData name="Operational Excellence Academy6" userId="6e9043d510d79392" providerId="LiveId" clId="{7B99C48E-A537-4570-BA13-58FE3DB33F33}" dt="2026-01-25T13:30:22.611" v="985" actId="478"/>
          <ac:spMkLst>
            <pc:docMk/>
            <pc:sldMk cId="2640781091" sldId="1624"/>
            <ac:spMk id="58" creationId="{B62E7AEC-A4FC-44B7-AFAE-C8D6B6AD14C4}"/>
          </ac:spMkLst>
        </pc:spChg>
        <pc:spChg chg="mod">
          <ac:chgData name="Operational Excellence Academy6" userId="6e9043d510d79392" providerId="LiveId" clId="{7B99C48E-A537-4570-BA13-58FE3DB33F33}" dt="2026-01-24T13:53:28.367" v="831" actId="207"/>
          <ac:spMkLst>
            <pc:docMk/>
            <pc:sldMk cId="2640781091" sldId="1624"/>
            <ac:spMk id="60" creationId="{249BF3D9-F51A-45CB-BE66-AC9B67137DCB}"/>
          </ac:spMkLst>
        </pc:spChg>
        <pc:spChg chg="mod">
          <ac:chgData name="Operational Excellence Academy6" userId="6e9043d510d79392" providerId="LiveId" clId="{7B99C48E-A537-4570-BA13-58FE3DB33F33}" dt="2026-01-24T13:53:28.367" v="831" actId="207"/>
          <ac:spMkLst>
            <pc:docMk/>
            <pc:sldMk cId="2640781091" sldId="1624"/>
            <ac:spMk id="111" creationId="{00000000-0000-0000-0000-000000000000}"/>
          </ac:spMkLst>
        </pc:spChg>
        <pc:spChg chg="mod">
          <ac:chgData name="Operational Excellence Academy6" userId="6e9043d510d79392" providerId="LiveId" clId="{7B99C48E-A537-4570-BA13-58FE3DB33F33}" dt="2026-01-24T13:53:28.367" v="831" actId="207"/>
          <ac:spMkLst>
            <pc:docMk/>
            <pc:sldMk cId="2640781091" sldId="1624"/>
            <ac:spMk id="112" creationId="{00000000-0000-0000-0000-000000000000}"/>
          </ac:spMkLst>
        </pc:spChg>
      </pc:sldChg>
      <pc:sldChg chg="modSp mod ord">
        <pc:chgData name="Operational Excellence Academy6" userId="6e9043d510d79392" providerId="LiveId" clId="{7B99C48E-A537-4570-BA13-58FE3DB33F33}" dt="2026-01-24T13:52:47.970" v="826" actId="207"/>
        <pc:sldMkLst>
          <pc:docMk/>
          <pc:sldMk cId="3685134254" sldId="1640"/>
        </pc:sldMkLst>
        <pc:spChg chg="mod">
          <ac:chgData name="Operational Excellence Academy6" userId="6e9043d510d79392" providerId="LiveId" clId="{7B99C48E-A537-4570-BA13-58FE3DB33F33}" dt="2026-01-24T13:52:47.970" v="826" actId="207"/>
          <ac:spMkLst>
            <pc:docMk/>
            <pc:sldMk cId="3685134254" sldId="1640"/>
            <ac:spMk id="35" creationId="{989D1F5A-0758-4156-9AD1-989B30FD2287}"/>
          </ac:spMkLst>
        </pc:spChg>
        <pc:spChg chg="mod">
          <ac:chgData name="Operational Excellence Academy6" userId="6e9043d510d79392" providerId="LiveId" clId="{7B99C48E-A537-4570-BA13-58FE3DB33F33}" dt="2026-01-24T13:52:47.970" v="826" actId="207"/>
          <ac:spMkLst>
            <pc:docMk/>
            <pc:sldMk cId="3685134254" sldId="1640"/>
            <ac:spMk id="38" creationId="{9DF05C81-D87C-44F4-AEC2-CC68A92383D8}"/>
          </ac:spMkLst>
        </pc:spChg>
        <pc:spChg chg="mod">
          <ac:chgData name="Operational Excellence Academy6" userId="6e9043d510d79392" providerId="LiveId" clId="{7B99C48E-A537-4570-BA13-58FE3DB33F33}" dt="2026-01-24T13:52:47.970" v="826" actId="207"/>
          <ac:spMkLst>
            <pc:docMk/>
            <pc:sldMk cId="3685134254" sldId="1640"/>
            <ac:spMk id="39" creationId="{1208EA75-DA7A-4356-8ECC-2A240B8FD720}"/>
          </ac:spMkLst>
        </pc:spChg>
        <pc:spChg chg="mod">
          <ac:chgData name="Operational Excellence Academy6" userId="6e9043d510d79392" providerId="LiveId" clId="{7B99C48E-A537-4570-BA13-58FE3DB33F33}" dt="2026-01-24T13:52:47.970" v="826" actId="207"/>
          <ac:spMkLst>
            <pc:docMk/>
            <pc:sldMk cId="3685134254" sldId="1640"/>
            <ac:spMk id="40" creationId="{D7DD78D3-DB4D-E2C7-ADC0-8854D3B3493B}"/>
          </ac:spMkLst>
        </pc:spChg>
      </pc:sldChg>
      <pc:sldChg chg="modSp mod ord">
        <pc:chgData name="Operational Excellence Academy6" userId="6e9043d510d79392" providerId="LiveId" clId="{7B99C48E-A537-4570-BA13-58FE3DB33F33}" dt="2026-01-24T13:52:58.224" v="827" actId="207"/>
        <pc:sldMkLst>
          <pc:docMk/>
          <pc:sldMk cId="56746544" sldId="1647"/>
        </pc:sldMkLst>
        <pc:spChg chg="mod">
          <ac:chgData name="Operational Excellence Academy6" userId="6e9043d510d79392" providerId="LiveId" clId="{7B99C48E-A537-4570-BA13-58FE3DB33F33}" dt="2026-01-24T13:52:58.224" v="827" actId="207"/>
          <ac:spMkLst>
            <pc:docMk/>
            <pc:sldMk cId="56746544" sldId="1647"/>
            <ac:spMk id="10" creationId="{34D66D9E-BA2E-4649-A789-D362C8BEC567}"/>
          </ac:spMkLst>
        </pc:spChg>
        <pc:spChg chg="mod">
          <ac:chgData name="Operational Excellence Academy6" userId="6e9043d510d79392" providerId="LiveId" clId="{7B99C48E-A537-4570-BA13-58FE3DB33F33}" dt="2026-01-24T13:52:58.224" v="827" actId="207"/>
          <ac:spMkLst>
            <pc:docMk/>
            <pc:sldMk cId="56746544" sldId="1647"/>
            <ac:spMk id="11" creationId="{A51A51DE-3B73-487A-80AF-0CF09B10A6BA}"/>
          </ac:spMkLst>
        </pc:spChg>
        <pc:spChg chg="mod">
          <ac:chgData name="Operational Excellence Academy6" userId="6e9043d510d79392" providerId="LiveId" clId="{7B99C48E-A537-4570-BA13-58FE3DB33F33}" dt="2026-01-24T13:52:58.224" v="827" actId="207"/>
          <ac:spMkLst>
            <pc:docMk/>
            <pc:sldMk cId="56746544" sldId="1647"/>
            <ac:spMk id="16" creationId="{6CB91B1B-CA40-DE15-F52F-B8F0D9D64964}"/>
          </ac:spMkLst>
        </pc:spChg>
        <pc:spChg chg="mod">
          <ac:chgData name="Operational Excellence Academy6" userId="6e9043d510d79392" providerId="LiveId" clId="{7B99C48E-A537-4570-BA13-58FE3DB33F33}" dt="2026-01-24T13:52:58.224" v="827" actId="207"/>
          <ac:spMkLst>
            <pc:docMk/>
            <pc:sldMk cId="56746544" sldId="1647"/>
            <ac:spMk id="39" creationId="{FB3D00AB-CDC7-D2B4-9996-807B16825850}"/>
          </ac:spMkLst>
        </pc:spChg>
        <pc:spChg chg="mod">
          <ac:chgData name="Operational Excellence Academy6" userId="6e9043d510d79392" providerId="LiveId" clId="{7B99C48E-A537-4570-BA13-58FE3DB33F33}" dt="2026-01-24T13:52:58.224" v="827" actId="207"/>
          <ac:spMkLst>
            <pc:docMk/>
            <pc:sldMk cId="56746544" sldId="1647"/>
            <ac:spMk id="43" creationId="{E17DC943-268E-CF5E-7A19-DDF7C47CFB92}"/>
          </ac:spMkLst>
        </pc:spChg>
      </pc:sldChg>
      <pc:sldChg chg="modSp mod">
        <pc:chgData name="Operational Excellence Academy6" userId="6e9043d510d79392" providerId="LiveId" clId="{7B99C48E-A537-4570-BA13-58FE3DB33F33}" dt="2026-01-24T13:53:03.599" v="828" actId="207"/>
        <pc:sldMkLst>
          <pc:docMk/>
          <pc:sldMk cId="4034571911" sldId="1652"/>
        </pc:sldMkLst>
        <pc:spChg chg="mod">
          <ac:chgData name="Operational Excellence Academy6" userId="6e9043d510d79392" providerId="LiveId" clId="{7B99C48E-A537-4570-BA13-58FE3DB33F33}" dt="2026-01-24T13:53:03.599" v="828" actId="207"/>
          <ac:spMkLst>
            <pc:docMk/>
            <pc:sldMk cId="4034571911" sldId="1652"/>
            <ac:spMk id="4" creationId="{D4F995D9-EC5B-4C2F-9F85-5AE6D1B13233}"/>
          </ac:spMkLst>
        </pc:spChg>
        <pc:spChg chg="mod">
          <ac:chgData name="Operational Excellence Academy6" userId="6e9043d510d79392" providerId="LiveId" clId="{7B99C48E-A537-4570-BA13-58FE3DB33F33}" dt="2026-01-24T13:53:03.599" v="828" actId="207"/>
          <ac:spMkLst>
            <pc:docMk/>
            <pc:sldMk cId="4034571911" sldId="1652"/>
            <ac:spMk id="5" creationId="{8BA90D24-39DC-4DEC-8944-0D3295A33953}"/>
          </ac:spMkLst>
        </pc:spChg>
      </pc:sldChg>
      <pc:sldChg chg="modSp mod">
        <pc:chgData name="Operational Excellence Academy6" userId="6e9043d510d79392" providerId="LiveId" clId="{7B99C48E-A537-4570-BA13-58FE3DB33F33}" dt="2026-01-24T13:53:17.883" v="830" actId="207"/>
        <pc:sldMkLst>
          <pc:docMk/>
          <pc:sldMk cId="2118102713" sldId="1654"/>
        </pc:sldMkLst>
        <pc:spChg chg="mod">
          <ac:chgData name="Operational Excellence Academy6" userId="6e9043d510d79392" providerId="LiveId" clId="{7B99C48E-A537-4570-BA13-58FE3DB33F33}" dt="2026-01-24T13:53:17.883" v="830" actId="207"/>
          <ac:spMkLst>
            <pc:docMk/>
            <pc:sldMk cId="2118102713" sldId="1654"/>
            <ac:spMk id="7" creationId="{A8997E43-ABEE-4EFF-BBF8-AF3613AF48BB}"/>
          </ac:spMkLst>
        </pc:spChg>
        <pc:spChg chg="mod">
          <ac:chgData name="Operational Excellence Academy6" userId="6e9043d510d79392" providerId="LiveId" clId="{7B99C48E-A537-4570-BA13-58FE3DB33F33}" dt="2026-01-24T13:53:17.883" v="830" actId="207"/>
          <ac:spMkLst>
            <pc:docMk/>
            <pc:sldMk cId="2118102713" sldId="1654"/>
            <ac:spMk id="9" creationId="{BF74635A-7FC9-45A6-9F5F-C8B02CDCDD6F}"/>
          </ac:spMkLst>
        </pc:spChg>
        <pc:spChg chg="mod">
          <ac:chgData name="Operational Excellence Academy6" userId="6e9043d510d79392" providerId="LiveId" clId="{7B99C48E-A537-4570-BA13-58FE3DB33F33}" dt="2026-01-24T13:53:17.883" v="830" actId="207"/>
          <ac:spMkLst>
            <pc:docMk/>
            <pc:sldMk cId="2118102713" sldId="1654"/>
            <ac:spMk id="10" creationId="{532E9C7D-354E-424E-9D23-9E362942E811}"/>
          </ac:spMkLst>
        </pc:spChg>
        <pc:spChg chg="mod">
          <ac:chgData name="Operational Excellence Academy6" userId="6e9043d510d79392" providerId="LiveId" clId="{7B99C48E-A537-4570-BA13-58FE3DB33F33}" dt="2026-01-24T13:53:17.883" v="830" actId="207"/>
          <ac:spMkLst>
            <pc:docMk/>
            <pc:sldMk cId="2118102713" sldId="1654"/>
            <ac:spMk id="11" creationId="{2CE81A32-B191-4744-8C1D-DF7F36D61B8D}"/>
          </ac:spMkLst>
        </pc:spChg>
        <pc:spChg chg="mod">
          <ac:chgData name="Operational Excellence Academy6" userId="6e9043d510d79392" providerId="LiveId" clId="{7B99C48E-A537-4570-BA13-58FE3DB33F33}" dt="2026-01-24T13:53:17.883" v="830" actId="207"/>
          <ac:spMkLst>
            <pc:docMk/>
            <pc:sldMk cId="2118102713" sldId="1654"/>
            <ac:spMk id="12" creationId="{292F8E31-129E-4857-AA19-F7E0A7B1C244}"/>
          </ac:spMkLst>
        </pc:spChg>
        <pc:spChg chg="mod">
          <ac:chgData name="Operational Excellence Academy6" userId="6e9043d510d79392" providerId="LiveId" clId="{7B99C48E-A537-4570-BA13-58FE3DB33F33}" dt="2026-01-24T13:53:17.883" v="830" actId="207"/>
          <ac:spMkLst>
            <pc:docMk/>
            <pc:sldMk cId="2118102713" sldId="1654"/>
            <ac:spMk id="42" creationId="{D590321A-97A5-45CC-953E-0535CECCB7F8}"/>
          </ac:spMkLst>
        </pc:spChg>
      </pc:sldChg>
      <pc:sldChg chg="modSp mod ord">
        <pc:chgData name="Operational Excellence Academy6" userId="6e9043d510d79392" providerId="LiveId" clId="{7B99C48E-A537-4570-BA13-58FE3DB33F33}" dt="2026-01-23T08:32:20.332" v="646"/>
        <pc:sldMkLst>
          <pc:docMk/>
          <pc:sldMk cId="1471275105" sldId="1655"/>
        </pc:sldMkLst>
        <pc:spChg chg="mod">
          <ac:chgData name="Operational Excellence Academy6" userId="6e9043d510d79392" providerId="LiveId" clId="{7B99C48E-A537-4570-BA13-58FE3DB33F33}" dt="2026-01-23T07:21:29.337" v="141" actId="20577"/>
          <ac:spMkLst>
            <pc:docMk/>
            <pc:sldMk cId="1471275105" sldId="1655"/>
            <ac:spMk id="2" creationId="{7BAC5837-706F-4DF6-BA8F-14A679D1A970}"/>
          </ac:spMkLst>
        </pc:spChg>
      </pc:sldChg>
      <pc:sldChg chg="addSp modSp mod">
        <pc:chgData name="Operational Excellence Academy6" userId="6e9043d510d79392" providerId="LiveId" clId="{7B99C48E-A537-4570-BA13-58FE3DB33F33}" dt="2026-01-25T13:30:02.525" v="980" actId="20577"/>
        <pc:sldMkLst>
          <pc:docMk/>
          <pc:sldMk cId="2264416301" sldId="1662"/>
        </pc:sldMkLst>
        <pc:spChg chg="mod">
          <ac:chgData name="Operational Excellence Academy6" userId="6e9043d510d79392" providerId="LiveId" clId="{7B99C48E-A537-4570-BA13-58FE3DB33F33}" dt="2026-01-23T07:22:08.406" v="152" actId="207"/>
          <ac:spMkLst>
            <pc:docMk/>
            <pc:sldMk cId="2264416301" sldId="1662"/>
            <ac:spMk id="2" creationId="{90C7B743-1C09-4B21-844A-1ED2D18AC21A}"/>
          </ac:spMkLst>
        </pc:spChg>
        <pc:spChg chg="mod">
          <ac:chgData name="Operational Excellence Academy6" userId="6e9043d510d79392" providerId="LiveId" clId="{7B99C48E-A537-4570-BA13-58FE3DB33F33}" dt="2026-01-23T07:22:08.406" v="152" actId="207"/>
          <ac:spMkLst>
            <pc:docMk/>
            <pc:sldMk cId="2264416301" sldId="1662"/>
            <ac:spMk id="3" creationId="{B5F19326-3F16-45C0-8EF2-5112DE7B590A}"/>
          </ac:spMkLst>
        </pc:spChg>
        <pc:spChg chg="mod">
          <ac:chgData name="Operational Excellence Academy6" userId="6e9043d510d79392" providerId="LiveId" clId="{7B99C48E-A537-4570-BA13-58FE3DB33F33}" dt="2026-01-23T07:22:08.406" v="152" actId="207"/>
          <ac:spMkLst>
            <pc:docMk/>
            <pc:sldMk cId="2264416301" sldId="1662"/>
            <ac:spMk id="9" creationId="{87886D3D-B0A6-4457-B0D9-D2125157D5B8}"/>
          </ac:spMkLst>
        </pc:spChg>
        <pc:spChg chg="mod">
          <ac:chgData name="Operational Excellence Academy6" userId="6e9043d510d79392" providerId="LiveId" clId="{7B99C48E-A537-4570-BA13-58FE3DB33F33}" dt="2026-01-23T07:22:08.406" v="152" actId="207"/>
          <ac:spMkLst>
            <pc:docMk/>
            <pc:sldMk cId="2264416301" sldId="1662"/>
            <ac:spMk id="23" creationId="{437D3D70-301C-408A-8E91-03B7F1AB8221}"/>
          </ac:spMkLst>
        </pc:spChg>
        <pc:spChg chg="add mod">
          <ac:chgData name="Operational Excellence Academy6" userId="6e9043d510d79392" providerId="LiveId" clId="{7B99C48E-A537-4570-BA13-58FE3DB33F33}" dt="2026-01-25T13:30:02.525" v="980" actId="20577"/>
          <ac:spMkLst>
            <pc:docMk/>
            <pc:sldMk cId="2264416301" sldId="1662"/>
            <ac:spMk id="32" creationId="{5D3782BB-997A-6D03-F3E6-1D5BBD884C1D}"/>
          </ac:spMkLst>
        </pc:spChg>
      </pc:sldChg>
      <pc:sldChg chg="addSp delSp modSp mod">
        <pc:chgData name="Operational Excellence Academy6" userId="6e9043d510d79392" providerId="LiveId" clId="{7B99C48E-A537-4570-BA13-58FE3DB33F33}" dt="2026-01-25T13:30:18.399" v="984"/>
        <pc:sldMkLst>
          <pc:docMk/>
          <pc:sldMk cId="2119233034" sldId="1663"/>
        </pc:sldMkLst>
        <pc:spChg chg="mod">
          <ac:chgData name="Operational Excellence Academy6" userId="6e9043d510d79392" providerId="LiveId" clId="{7B99C48E-A537-4570-BA13-58FE3DB33F33}" dt="2026-01-23T07:22:21.879" v="154" actId="207"/>
          <ac:spMkLst>
            <pc:docMk/>
            <pc:sldMk cId="2119233034" sldId="1663"/>
            <ac:spMk id="2" creationId="{90C7B743-1C09-4B21-844A-1ED2D18AC21A}"/>
          </ac:spMkLst>
        </pc:spChg>
        <pc:spChg chg="mod">
          <ac:chgData name="Operational Excellence Academy6" userId="6e9043d510d79392" providerId="LiveId" clId="{7B99C48E-A537-4570-BA13-58FE3DB33F33}" dt="2026-01-23T07:22:21.879" v="154" actId="207"/>
          <ac:spMkLst>
            <pc:docMk/>
            <pc:sldMk cId="2119233034" sldId="1663"/>
            <ac:spMk id="3" creationId="{B5F19326-3F16-45C0-8EF2-5112DE7B590A}"/>
          </ac:spMkLst>
        </pc:spChg>
        <pc:spChg chg="mod">
          <ac:chgData name="Operational Excellence Academy6" userId="6e9043d510d79392" providerId="LiveId" clId="{7B99C48E-A537-4570-BA13-58FE3DB33F33}" dt="2026-01-23T07:22:21.879" v="154" actId="207"/>
          <ac:spMkLst>
            <pc:docMk/>
            <pc:sldMk cId="2119233034" sldId="1663"/>
            <ac:spMk id="9" creationId="{87886D3D-B0A6-4457-B0D9-D2125157D5B8}"/>
          </ac:spMkLst>
        </pc:spChg>
        <pc:spChg chg="mod">
          <ac:chgData name="Operational Excellence Academy6" userId="6e9043d510d79392" providerId="LiveId" clId="{7B99C48E-A537-4570-BA13-58FE3DB33F33}" dt="2026-01-23T07:22:21.879" v="154" actId="207"/>
          <ac:spMkLst>
            <pc:docMk/>
            <pc:sldMk cId="2119233034" sldId="1663"/>
            <ac:spMk id="23" creationId="{437D3D70-301C-408A-8E91-03B7F1AB8221}"/>
          </ac:spMkLst>
        </pc:spChg>
        <pc:spChg chg="add mod">
          <ac:chgData name="Operational Excellence Academy6" userId="6e9043d510d79392" providerId="LiveId" clId="{7B99C48E-A537-4570-BA13-58FE3DB33F33}" dt="2026-01-25T13:30:18.399" v="984"/>
          <ac:spMkLst>
            <pc:docMk/>
            <pc:sldMk cId="2119233034" sldId="1663"/>
            <ac:spMk id="30" creationId="{46AC0EC0-CCF9-82CA-122F-94BA6C037047}"/>
          </ac:spMkLst>
        </pc:spChg>
        <pc:spChg chg="del">
          <ac:chgData name="Operational Excellence Academy6" userId="6e9043d510d79392" providerId="LiveId" clId="{7B99C48E-A537-4570-BA13-58FE3DB33F33}" dt="2026-01-25T13:30:17.986" v="983" actId="478"/>
          <ac:spMkLst>
            <pc:docMk/>
            <pc:sldMk cId="2119233034" sldId="1663"/>
            <ac:spMk id="33" creationId="{E486243A-1446-4E19-80DD-26279F4088A6}"/>
          </ac:spMkLst>
        </pc:spChg>
        <pc:spChg chg="mod">
          <ac:chgData name="Operational Excellence Academy6" userId="6e9043d510d79392" providerId="LiveId" clId="{7B99C48E-A537-4570-BA13-58FE3DB33F33}" dt="2026-01-23T07:22:21.879" v="154" actId="207"/>
          <ac:spMkLst>
            <pc:docMk/>
            <pc:sldMk cId="2119233034" sldId="1663"/>
            <ac:spMk id="34" creationId="{CEBF3CB2-2BAB-4217-BFFC-7CCD103F1316}"/>
          </ac:spMkLst>
        </pc:spChg>
      </pc:sldChg>
      <pc:sldChg chg="modSp mod">
        <pc:chgData name="Operational Excellence Academy6" userId="6e9043d510d79392" providerId="LiveId" clId="{7B99C48E-A537-4570-BA13-58FE3DB33F33}" dt="2026-01-23T07:21:59.986" v="151" actId="20577"/>
        <pc:sldMkLst>
          <pc:docMk/>
          <pc:sldMk cId="797787653" sldId="2040"/>
        </pc:sldMkLst>
        <pc:spChg chg="mod">
          <ac:chgData name="Operational Excellence Academy6" userId="6e9043d510d79392" providerId="LiveId" clId="{7B99C48E-A537-4570-BA13-58FE3DB33F33}" dt="2026-01-23T07:21:23.266" v="139" actId="20577"/>
          <ac:spMkLst>
            <pc:docMk/>
            <pc:sldMk cId="797787653" sldId="2040"/>
            <ac:spMk id="14" creationId="{CD57584A-64F0-491F-B03A-F61612F1EF15}"/>
          </ac:spMkLst>
        </pc:spChg>
        <pc:spChg chg="mod">
          <ac:chgData name="Operational Excellence Academy6" userId="6e9043d510d79392" providerId="LiveId" clId="{7B99C48E-A537-4570-BA13-58FE3DB33F33}" dt="2026-01-23T07:21:53.613" v="147" actId="20577"/>
          <ac:spMkLst>
            <pc:docMk/>
            <pc:sldMk cId="797787653" sldId="2040"/>
            <ac:spMk id="15" creationId="{006ED384-AE3E-4157-8467-88F153559EC4}"/>
          </ac:spMkLst>
        </pc:spChg>
        <pc:spChg chg="mod">
          <ac:chgData name="Operational Excellence Academy6" userId="6e9043d510d79392" providerId="LiveId" clId="{7B99C48E-A537-4570-BA13-58FE3DB33F33}" dt="2026-01-23T07:21:57.181" v="149" actId="20577"/>
          <ac:spMkLst>
            <pc:docMk/>
            <pc:sldMk cId="797787653" sldId="2040"/>
            <ac:spMk id="16" creationId="{C7A20F57-A09D-46E3-8D28-574518A17963}"/>
          </ac:spMkLst>
        </pc:spChg>
        <pc:spChg chg="mod">
          <ac:chgData name="Operational Excellence Academy6" userId="6e9043d510d79392" providerId="LiveId" clId="{7B99C48E-A537-4570-BA13-58FE3DB33F33}" dt="2026-01-23T07:21:13.499" v="133" actId="20577"/>
          <ac:spMkLst>
            <pc:docMk/>
            <pc:sldMk cId="797787653" sldId="2040"/>
            <ac:spMk id="17" creationId="{83DAB636-2396-43DA-AAD1-561EDF9F7CBF}"/>
          </ac:spMkLst>
        </pc:spChg>
        <pc:spChg chg="mod">
          <ac:chgData name="Operational Excellence Academy6" userId="6e9043d510d79392" providerId="LiveId" clId="{7B99C48E-A537-4570-BA13-58FE3DB33F33}" dt="2026-01-23T07:21:50.220" v="145" actId="20577"/>
          <ac:spMkLst>
            <pc:docMk/>
            <pc:sldMk cId="797787653" sldId="2040"/>
            <ac:spMk id="18" creationId="{3245227F-8A55-42E9-81C2-11176262C370}"/>
          </ac:spMkLst>
        </pc:spChg>
        <pc:spChg chg="mod">
          <ac:chgData name="Operational Excellence Academy6" userId="6e9043d510d79392" providerId="LiveId" clId="{7B99C48E-A537-4570-BA13-58FE3DB33F33}" dt="2026-01-23T07:21:59.986" v="151" actId="20577"/>
          <ac:spMkLst>
            <pc:docMk/>
            <pc:sldMk cId="797787653" sldId="2040"/>
            <ac:spMk id="19" creationId="{FE37A80C-03B3-43C1-9227-82195B238BBD}"/>
          </ac:spMkLst>
        </pc:spChg>
        <pc:graphicFrameChg chg="mod">
          <ac:chgData name="Operational Excellence Academy6" userId="6e9043d510d79392" providerId="LiveId" clId="{7B99C48E-A537-4570-BA13-58FE3DB33F33}" dt="2026-01-23T07:20:42.863" v="131" actId="207"/>
          <ac:graphicFrameMkLst>
            <pc:docMk/>
            <pc:sldMk cId="797787653" sldId="2040"/>
            <ac:graphicFrameMk id="2" creationId="{2AA41A25-0FF4-44B3-9494-2ED83D9A86F4}"/>
          </ac:graphicFrameMkLst>
        </pc:graphicFrameChg>
      </pc:sldChg>
      <pc:sldChg chg="addSp delSp modSp mod">
        <pc:chgData name="Operational Excellence Academy6" userId="6e9043d510d79392" providerId="LiveId" clId="{7B99C48E-A537-4570-BA13-58FE3DB33F33}" dt="2026-01-24T14:02:03.288" v="973" actId="1036"/>
        <pc:sldMkLst>
          <pc:docMk/>
          <pc:sldMk cId="0" sldId="2047"/>
        </pc:sldMkLst>
        <pc:spChg chg="mod">
          <ac:chgData name="Operational Excellence Academy6" userId="6e9043d510d79392" providerId="LiveId" clId="{7B99C48E-A537-4570-BA13-58FE3DB33F33}" dt="2026-01-24T14:00:14.318" v="878" actId="14100"/>
          <ac:spMkLst>
            <pc:docMk/>
            <pc:sldMk cId="0" sldId="2047"/>
            <ac:spMk id="2" creationId="{00000000-0000-0000-0000-000000000000}"/>
          </ac:spMkLst>
        </pc:spChg>
        <pc:spChg chg="mod">
          <ac:chgData name="Operational Excellence Academy6" userId="6e9043d510d79392" providerId="LiveId" clId="{7B99C48E-A537-4570-BA13-58FE3DB33F33}" dt="2026-01-24T14:00:11.001" v="877" actId="14100"/>
          <ac:spMkLst>
            <pc:docMk/>
            <pc:sldMk cId="0" sldId="2047"/>
            <ac:spMk id="3" creationId="{00000000-0000-0000-0000-000000000000}"/>
          </ac:spMkLst>
        </pc:spChg>
        <pc:spChg chg="mod">
          <ac:chgData name="Operational Excellence Academy6" userId="6e9043d510d79392" providerId="LiveId" clId="{7B99C48E-A537-4570-BA13-58FE3DB33F33}" dt="2026-01-24T14:02:03.288" v="973" actId="1036"/>
          <ac:spMkLst>
            <pc:docMk/>
            <pc:sldMk cId="0" sldId="2047"/>
            <ac:spMk id="4" creationId="{00000000-0000-0000-0000-000000000000}"/>
          </ac:spMkLst>
        </pc:spChg>
        <pc:spChg chg="add mod">
          <ac:chgData name="Operational Excellence Academy6" userId="6e9043d510d79392" providerId="LiveId" clId="{7B99C48E-A537-4570-BA13-58FE3DB33F33}" dt="2026-01-24T14:01:53.566" v="966" actId="1036"/>
          <ac:spMkLst>
            <pc:docMk/>
            <pc:sldMk cId="0" sldId="2047"/>
            <ac:spMk id="6" creationId="{AFE3A428-EAF0-34FF-05B2-FE62AB3B3915}"/>
          </ac:spMkLst>
        </pc:spChg>
        <pc:spChg chg="mod">
          <ac:chgData name="Operational Excellence Academy6" userId="6e9043d510d79392" providerId="LiveId" clId="{7B99C48E-A537-4570-BA13-58FE3DB33F33}" dt="2026-01-23T08:27:30.343" v="583" actId="20577"/>
          <ac:spMkLst>
            <pc:docMk/>
            <pc:sldMk cId="0" sldId="2047"/>
            <ac:spMk id="14" creationId="{3B338ED0-C088-9BA6-984F-8BFB607094D6}"/>
          </ac:spMkLst>
        </pc:spChg>
        <pc:picChg chg="add mod">
          <ac:chgData name="Operational Excellence Academy6" userId="6e9043d510d79392" providerId="LiveId" clId="{7B99C48E-A537-4570-BA13-58FE3DB33F33}" dt="2026-01-23T07:09:32.467" v="9" actId="1076"/>
          <ac:picMkLst>
            <pc:docMk/>
            <pc:sldMk cId="0" sldId="2047"/>
            <ac:picMk id="5" creationId="{C1ED1607-03A9-393C-4E21-37633F01EB0A}"/>
          </ac:picMkLst>
        </pc:picChg>
        <pc:picChg chg="add mod ord">
          <ac:chgData name="Operational Excellence Academy6" userId="6e9043d510d79392" providerId="LiveId" clId="{7B99C48E-A537-4570-BA13-58FE3DB33F33}" dt="2026-01-24T14:00:20.137" v="879" actId="14100"/>
          <ac:picMkLst>
            <pc:docMk/>
            <pc:sldMk cId="0" sldId="2047"/>
            <ac:picMk id="9" creationId="{54FD1ABB-648E-C879-55C4-81C718C3D6AF}"/>
          </ac:picMkLst>
        </pc:picChg>
      </pc:sldChg>
      <pc:sldChg chg="addSp delSp modSp new mod setBg">
        <pc:chgData name="Operational Excellence Academy6" userId="6e9043d510d79392" providerId="LiveId" clId="{7B99C48E-A537-4570-BA13-58FE3DB33F33}" dt="2026-01-24T13:44:03.734" v="732" actId="1076"/>
        <pc:sldMkLst>
          <pc:docMk/>
          <pc:sldMk cId="897335736" sldId="2048"/>
        </pc:sldMkLst>
        <pc:spChg chg="mod ord">
          <ac:chgData name="Operational Excellence Academy6" userId="6e9043d510d79392" providerId="LiveId" clId="{7B99C48E-A537-4570-BA13-58FE3DB33F33}" dt="2026-01-24T13:42:32.124" v="686" actId="14100"/>
          <ac:spMkLst>
            <pc:docMk/>
            <pc:sldMk cId="897335736" sldId="2048"/>
            <ac:spMk id="2" creationId="{F441FF5D-9276-736C-1D1B-469D3954B188}"/>
          </ac:spMkLst>
        </pc:spChg>
        <pc:spChg chg="add mod">
          <ac:chgData name="Operational Excellence Academy6" userId="6e9043d510d79392" providerId="LiveId" clId="{7B99C48E-A537-4570-BA13-58FE3DB33F33}" dt="2026-01-24T13:41:29.462" v="671" actId="207"/>
          <ac:spMkLst>
            <pc:docMk/>
            <pc:sldMk cId="897335736" sldId="2048"/>
            <ac:spMk id="6" creationId="{FBEEAA1E-DD67-F139-BF6B-781D9C91AF7E}"/>
          </ac:spMkLst>
        </pc:spChg>
        <pc:spChg chg="add mod">
          <ac:chgData name="Operational Excellence Academy6" userId="6e9043d510d79392" providerId="LiveId" clId="{7B99C48E-A537-4570-BA13-58FE3DB33F33}" dt="2026-01-24T13:43:37.423" v="721" actId="207"/>
          <ac:spMkLst>
            <pc:docMk/>
            <pc:sldMk cId="897335736" sldId="2048"/>
            <ac:spMk id="7" creationId="{FEC4E233-8636-4D00-2A45-E4D91FFDC896}"/>
          </ac:spMkLst>
        </pc:spChg>
        <pc:spChg chg="add mod">
          <ac:chgData name="Operational Excellence Academy6" userId="6e9043d510d79392" providerId="LiveId" clId="{7B99C48E-A537-4570-BA13-58FE3DB33F33}" dt="2026-01-24T13:44:03.734" v="732" actId="1076"/>
          <ac:spMkLst>
            <pc:docMk/>
            <pc:sldMk cId="897335736" sldId="2048"/>
            <ac:spMk id="8" creationId="{BA1F302A-61DB-BF9C-E794-583BFF0ADB8F}"/>
          </ac:spMkLst>
        </pc:spChg>
      </pc:sldChg>
      <pc:sldChg chg="modSp add mod">
        <pc:chgData name="Operational Excellence Academy6" userId="6e9043d510d79392" providerId="LiveId" clId="{7B99C48E-A537-4570-BA13-58FE3DB33F33}" dt="2026-01-24T13:44:49.887" v="768" actId="20577"/>
        <pc:sldMkLst>
          <pc:docMk/>
          <pc:sldMk cId="3581631269" sldId="2052"/>
        </pc:sldMkLst>
        <pc:spChg chg="mod">
          <ac:chgData name="Operational Excellence Academy6" userId="6e9043d510d79392" providerId="LiveId" clId="{7B99C48E-A537-4570-BA13-58FE3DB33F33}" dt="2026-01-24T13:44:20.149" v="762" actId="20577"/>
          <ac:spMkLst>
            <pc:docMk/>
            <pc:sldMk cId="3581631269" sldId="2052"/>
            <ac:spMk id="2" creationId="{55B715A8-4351-0D1F-77AF-DEB93BC66B8F}"/>
          </ac:spMkLst>
        </pc:spChg>
        <pc:spChg chg="mod">
          <ac:chgData name="Operational Excellence Academy6" userId="6e9043d510d79392" providerId="LiveId" clId="{7B99C48E-A537-4570-BA13-58FE3DB33F33}" dt="2026-01-24T13:44:36.478" v="764" actId="14100"/>
          <ac:spMkLst>
            <pc:docMk/>
            <pc:sldMk cId="3581631269" sldId="2052"/>
            <ac:spMk id="7" creationId="{CD8DA969-041C-D6D8-9284-A229552DC508}"/>
          </ac:spMkLst>
        </pc:spChg>
        <pc:spChg chg="mod">
          <ac:chgData name="Operational Excellence Academy6" userId="6e9043d510d79392" providerId="LiveId" clId="{7B99C48E-A537-4570-BA13-58FE3DB33F33}" dt="2026-01-24T13:44:49.887" v="768" actId="20577"/>
          <ac:spMkLst>
            <pc:docMk/>
            <pc:sldMk cId="3581631269" sldId="2052"/>
            <ac:spMk id="8" creationId="{CB735DA2-B5CD-B605-60BB-F064AFCE6543}"/>
          </ac:spMkLst>
        </pc:spChg>
      </pc:sldChg>
      <pc:sldChg chg="addSp delSp modSp add mod ord">
        <pc:chgData name="Operational Excellence Academy6" userId="6e9043d510d79392" providerId="LiveId" clId="{7B99C48E-A537-4570-BA13-58FE3DB33F33}" dt="2026-01-24T13:56:44.387" v="868" actId="12"/>
        <pc:sldMkLst>
          <pc:docMk/>
          <pc:sldMk cId="3913409914" sldId="2053"/>
        </pc:sldMkLst>
        <pc:spChg chg="mod">
          <ac:chgData name="Operational Excellence Academy6" userId="6e9043d510d79392" providerId="LiveId" clId="{7B99C48E-A537-4570-BA13-58FE3DB33F33}" dt="2026-01-24T13:54:33.746" v="840" actId="20577"/>
          <ac:spMkLst>
            <pc:docMk/>
            <pc:sldMk cId="3913409914" sldId="2053"/>
            <ac:spMk id="2" creationId="{D2116C72-BB0C-0012-1BF9-9692E17E2F85}"/>
          </ac:spMkLst>
        </pc:spChg>
        <pc:spChg chg="add mod">
          <ac:chgData name="Operational Excellence Academy6" userId="6e9043d510d79392" providerId="LiveId" clId="{7B99C48E-A537-4570-BA13-58FE3DB33F33}" dt="2026-01-24T13:56:44.387" v="868" actId="12"/>
          <ac:spMkLst>
            <pc:docMk/>
            <pc:sldMk cId="3913409914" sldId="2053"/>
            <ac:spMk id="3" creationId="{B4BBD478-7E14-BC29-0635-1E1EBDC9945D}"/>
          </ac:spMkLst>
        </pc:spChg>
      </pc:sldChg>
      <pc:sldChg chg="add">
        <pc:chgData name="Operational Excellence Academy6" userId="6e9043d510d79392" providerId="LiveId" clId="{7B99C48E-A537-4570-BA13-58FE3DB33F33}" dt="2026-01-24T13:54:27.816" v="832" actId="2890"/>
        <pc:sldMkLst>
          <pc:docMk/>
          <pc:sldMk cId="419950541" sldId="2054"/>
        </pc:sldMkLst>
      </pc:sldChg>
      <pc:sldChg chg="addSp modSp add mod">
        <pc:chgData name="Operational Excellence Academy6" userId="6e9043d510d79392" providerId="LiveId" clId="{7B99C48E-A537-4570-BA13-58FE3DB33F33}" dt="2026-01-24T13:56:47.790" v="869"/>
        <pc:sldMkLst>
          <pc:docMk/>
          <pc:sldMk cId="3052020374" sldId="2055"/>
        </pc:sldMkLst>
        <pc:spChg chg="mod">
          <ac:chgData name="Operational Excellence Academy6" userId="6e9043d510d79392" providerId="LiveId" clId="{7B99C48E-A537-4570-BA13-58FE3DB33F33}" dt="2026-01-24T13:54:42.066" v="848" actId="20577"/>
          <ac:spMkLst>
            <pc:docMk/>
            <pc:sldMk cId="3052020374" sldId="2055"/>
            <ac:spMk id="2" creationId="{2BF3A36A-9218-D85A-63AA-8B7BF2578453}"/>
          </ac:spMkLst>
        </pc:spChg>
        <pc:spChg chg="add mod">
          <ac:chgData name="Operational Excellence Academy6" userId="6e9043d510d79392" providerId="LiveId" clId="{7B99C48E-A537-4570-BA13-58FE3DB33F33}" dt="2026-01-24T13:56:47.790" v="869"/>
          <ac:spMkLst>
            <pc:docMk/>
            <pc:sldMk cId="3052020374" sldId="2055"/>
            <ac:spMk id="3" creationId="{9EDE8A4B-F1FE-03C7-F578-2D1A1B57FE12}"/>
          </ac:spMkLst>
        </pc:spChg>
        <pc:spChg chg="mod">
          <ac:chgData name="Operational Excellence Academy6" userId="6e9043d510d79392" providerId="LiveId" clId="{7B99C48E-A537-4570-BA13-58FE3DB33F33}" dt="2026-01-24T13:55:59.899" v="852" actId="207"/>
          <ac:spMkLst>
            <pc:docMk/>
            <pc:sldMk cId="3052020374" sldId="2055"/>
            <ac:spMk id="6" creationId="{5E866A8B-3DD3-C37F-0478-C2153889A9D5}"/>
          </ac:spMkLst>
        </pc:spChg>
      </pc:sldChg>
      <pc:sldChg chg="addSp modSp new mod">
        <pc:chgData name="Operational Excellence Academy6" userId="6e9043d510d79392" providerId="LiveId" clId="{7B99C48E-A537-4570-BA13-58FE3DB33F33}" dt="2026-01-26T02:33:31.450" v="1060" actId="20577"/>
        <pc:sldMkLst>
          <pc:docMk/>
          <pc:sldMk cId="3587362326" sldId="2056"/>
        </pc:sldMkLst>
        <pc:spChg chg="add mod">
          <ac:chgData name="Operational Excellence Academy6" userId="6e9043d510d79392" providerId="LiveId" clId="{7B99C48E-A537-4570-BA13-58FE3DB33F33}" dt="2026-01-24T13:56:19.008" v="860" actId="1036"/>
          <ac:spMkLst>
            <pc:docMk/>
            <pc:sldMk cId="3587362326" sldId="2056"/>
            <ac:spMk id="2" creationId="{69D02356-1DC5-8855-3A78-83E431F242D0}"/>
          </ac:spMkLst>
        </pc:spChg>
        <pc:spChg chg="add mod">
          <ac:chgData name="Operational Excellence Academy6" userId="6e9043d510d79392" providerId="LiveId" clId="{7B99C48E-A537-4570-BA13-58FE3DB33F33}" dt="2026-01-24T13:55:18.422" v="850"/>
          <ac:spMkLst>
            <pc:docMk/>
            <pc:sldMk cId="3587362326" sldId="2056"/>
            <ac:spMk id="5" creationId="{DA54AAF6-AB92-1344-21B1-6BB58FF89072}"/>
          </ac:spMkLst>
        </pc:spChg>
        <pc:spChg chg="add mod">
          <ac:chgData name="Operational Excellence Academy6" userId="6e9043d510d79392" providerId="LiveId" clId="{7B99C48E-A537-4570-BA13-58FE3DB33F33}" dt="2026-01-24T13:55:18.422" v="850"/>
          <ac:spMkLst>
            <pc:docMk/>
            <pc:sldMk cId="3587362326" sldId="2056"/>
            <ac:spMk id="6" creationId="{28172A08-D139-E6DC-CAF1-3371995D76AF}"/>
          </ac:spMkLst>
        </pc:spChg>
        <pc:spChg chg="add mod">
          <ac:chgData name="Operational Excellence Academy6" userId="6e9043d510d79392" providerId="LiveId" clId="{7B99C48E-A537-4570-BA13-58FE3DB33F33}" dt="2026-01-24T13:55:18.422" v="850"/>
          <ac:spMkLst>
            <pc:docMk/>
            <pc:sldMk cId="3587362326" sldId="2056"/>
            <ac:spMk id="7" creationId="{0A158749-8C19-EDE0-B64D-D42D1DE6D51B}"/>
          </ac:spMkLst>
        </pc:spChg>
        <pc:spChg chg="add mod">
          <ac:chgData name="Operational Excellence Academy6" userId="6e9043d510d79392" providerId="LiveId" clId="{7B99C48E-A537-4570-BA13-58FE3DB33F33}" dt="2026-01-24T13:56:13.609" v="854" actId="207"/>
          <ac:spMkLst>
            <pc:docMk/>
            <pc:sldMk cId="3587362326" sldId="2056"/>
            <ac:spMk id="8" creationId="{6B4D53E3-01AB-9E44-5905-A132EED1B9C1}"/>
          </ac:spMkLst>
        </pc:spChg>
        <pc:spChg chg="add mod">
          <ac:chgData name="Operational Excellence Academy6" userId="6e9043d510d79392" providerId="LiveId" clId="{7B99C48E-A537-4570-BA13-58FE3DB33F33}" dt="2026-01-24T13:56:13.609" v="854" actId="207"/>
          <ac:spMkLst>
            <pc:docMk/>
            <pc:sldMk cId="3587362326" sldId="2056"/>
            <ac:spMk id="9" creationId="{DEDF8600-B17A-9910-88CC-604E4EB595DC}"/>
          </ac:spMkLst>
        </pc:spChg>
        <pc:spChg chg="add mod">
          <ac:chgData name="Operational Excellence Academy6" userId="6e9043d510d79392" providerId="LiveId" clId="{7B99C48E-A537-4570-BA13-58FE3DB33F33}" dt="2026-01-24T13:55:18.422" v="850"/>
          <ac:spMkLst>
            <pc:docMk/>
            <pc:sldMk cId="3587362326" sldId="2056"/>
            <ac:spMk id="10" creationId="{42B17925-4686-2040-B2BD-D798AC79A26A}"/>
          </ac:spMkLst>
        </pc:spChg>
        <pc:spChg chg="add mod">
          <ac:chgData name="Operational Excellence Academy6" userId="6e9043d510d79392" providerId="LiveId" clId="{7B99C48E-A537-4570-BA13-58FE3DB33F33}" dt="2026-01-24T13:55:18.422" v="850"/>
          <ac:spMkLst>
            <pc:docMk/>
            <pc:sldMk cId="3587362326" sldId="2056"/>
            <ac:spMk id="11" creationId="{28EC7D0A-06FC-70C5-C858-E918910BF7D9}"/>
          </ac:spMkLst>
        </pc:spChg>
        <pc:spChg chg="mod">
          <ac:chgData name="Operational Excellence Academy6" userId="6e9043d510d79392" providerId="LiveId" clId="{7B99C48E-A537-4570-BA13-58FE3DB33F33}" dt="2026-01-24T13:56:13.609" v="854" actId="207"/>
          <ac:spMkLst>
            <pc:docMk/>
            <pc:sldMk cId="3587362326" sldId="2056"/>
            <ac:spMk id="13" creationId="{5D3DA147-4E82-948C-7C7A-4CE281C2BACD}"/>
          </ac:spMkLst>
        </pc:spChg>
        <pc:spChg chg="add mod">
          <ac:chgData name="Operational Excellence Academy6" userId="6e9043d510d79392" providerId="LiveId" clId="{7B99C48E-A537-4570-BA13-58FE3DB33F33}" dt="2026-01-25T14:13:55.107" v="990" actId="20577"/>
          <ac:spMkLst>
            <pc:docMk/>
            <pc:sldMk cId="3587362326" sldId="2056"/>
            <ac:spMk id="15" creationId="{77DFD21F-37C2-4400-2AA2-57BEA9D086F7}"/>
          </ac:spMkLst>
        </pc:spChg>
        <pc:spChg chg="mod">
          <ac:chgData name="Operational Excellence Academy6" userId="6e9043d510d79392" providerId="LiveId" clId="{7B99C48E-A537-4570-BA13-58FE3DB33F33}" dt="2026-01-24T13:56:13.609" v="854" actId="207"/>
          <ac:spMkLst>
            <pc:docMk/>
            <pc:sldMk cId="3587362326" sldId="2056"/>
            <ac:spMk id="16" creationId="{54938E00-86DA-D2D3-FA34-B0C543F72B22}"/>
          </ac:spMkLst>
        </pc:spChg>
        <pc:spChg chg="add mod">
          <ac:chgData name="Operational Excellence Academy6" userId="6e9043d510d79392" providerId="LiveId" clId="{7B99C48E-A537-4570-BA13-58FE3DB33F33}" dt="2026-01-24T13:55:18.422" v="850"/>
          <ac:spMkLst>
            <pc:docMk/>
            <pc:sldMk cId="3587362326" sldId="2056"/>
            <ac:spMk id="17" creationId="{82C9E02A-94BA-C4B4-434A-6937ED3CC5F7}"/>
          </ac:spMkLst>
        </pc:spChg>
        <pc:graphicFrameChg chg="mod modGraphic">
          <ac:chgData name="Operational Excellence Academy6" userId="6e9043d510d79392" providerId="LiveId" clId="{7B99C48E-A537-4570-BA13-58FE3DB33F33}" dt="2026-01-26T02:33:31.450" v="1060" actId="20577"/>
          <ac:graphicFrameMkLst>
            <pc:docMk/>
            <pc:sldMk cId="3587362326" sldId="2056"/>
            <ac:graphicFrameMk id="3" creationId="{023F44AD-1515-7051-1666-226F49D5E8C1}"/>
          </ac:graphicFrameMkLst>
        </pc:graphicFrameChg>
      </pc:sldChg>
      <pc:sldChg chg="new">
        <pc:chgData name="Operational Excellence Academy6" userId="6e9043d510d79392" providerId="LiveId" clId="{7B99C48E-A537-4570-BA13-58FE3DB33F33}" dt="2026-01-24T13:57:21.611" v="870" actId="680"/>
        <pc:sldMkLst>
          <pc:docMk/>
          <pc:sldMk cId="1036334884" sldId="2057"/>
        </pc:sldMkLst>
      </pc:sldChg>
      <pc:sldChg chg="new">
        <pc:chgData name="Operational Excellence Academy6" userId="6e9043d510d79392" providerId="LiveId" clId="{7B99C48E-A537-4570-BA13-58FE3DB33F33}" dt="2026-01-24T13:57:43.117" v="871" actId="680"/>
        <pc:sldMkLst>
          <pc:docMk/>
          <pc:sldMk cId="3792490824" sldId="2058"/>
        </pc:sldMkLst>
      </pc:sldChg>
      <pc:sldChg chg="new">
        <pc:chgData name="Operational Excellence Academy6" userId="6e9043d510d79392" providerId="LiveId" clId="{7B99C48E-A537-4570-BA13-58FE3DB33F33}" dt="2026-01-24T13:57:54.079" v="872" actId="680"/>
        <pc:sldMkLst>
          <pc:docMk/>
          <pc:sldMk cId="1965250303" sldId="2059"/>
        </pc:sldMkLst>
      </pc:sldChg>
      <pc:sldMasterChg chg="modSp modSldLayout">
        <pc:chgData name="Operational Excellence Academy6" userId="6e9043d510d79392" providerId="LiveId" clId="{7B99C48E-A537-4570-BA13-58FE3DB33F33}" dt="2026-01-24T13:52:08.431" v="824" actId="207"/>
        <pc:sldMasterMkLst>
          <pc:docMk/>
          <pc:sldMasterMk cId="3240448630" sldId="2147483737"/>
        </pc:sldMasterMkLst>
        <pc:sldLayoutChg chg="addSp delSp modSp mod">
          <pc:chgData name="Operational Excellence Academy6" userId="6e9043d510d79392" providerId="LiveId" clId="{7B99C48E-A537-4570-BA13-58FE3DB33F33}" dt="2026-01-23T08:30:14.616" v="612" actId="1076"/>
          <pc:sldLayoutMkLst>
            <pc:docMk/>
            <pc:sldMasterMk cId="3240448630" sldId="2147483737"/>
            <pc:sldLayoutMk cId="3996041344" sldId="2147483738"/>
          </pc:sldLayoutMkLst>
          <pc:picChg chg="add mod">
            <ac:chgData name="Operational Excellence Academy6" userId="6e9043d510d79392" providerId="LiveId" clId="{7B99C48E-A537-4570-BA13-58FE3DB33F33}" dt="2026-01-23T08:30:14.616" v="612" actId="1076"/>
            <ac:picMkLst>
              <pc:docMk/>
              <pc:sldMasterMk cId="3240448630" sldId="2147483737"/>
              <pc:sldLayoutMk cId="3996041344" sldId="2147483738"/>
              <ac:picMk id="7" creationId="{C58AACD3-0185-6C86-B6DD-88E192F4A258}"/>
            </ac:picMkLst>
          </pc:picChg>
        </pc:sldLayoutChg>
        <pc:sldLayoutChg chg="addSp delSp modSp mod">
          <pc:chgData name="Operational Excellence Academy6" userId="6e9043d510d79392" providerId="LiveId" clId="{7B99C48E-A537-4570-BA13-58FE3DB33F33}" dt="2026-01-23T08:30:22.923" v="616"/>
          <pc:sldLayoutMkLst>
            <pc:docMk/>
            <pc:sldMasterMk cId="3240448630" sldId="2147483737"/>
            <pc:sldLayoutMk cId="2616620276" sldId="2147483749"/>
          </pc:sldLayoutMkLst>
          <pc:picChg chg="add mod">
            <ac:chgData name="Operational Excellence Academy6" userId="6e9043d510d79392" providerId="LiveId" clId="{7B99C48E-A537-4570-BA13-58FE3DB33F33}" dt="2026-01-23T08:30:22.923" v="616"/>
            <ac:picMkLst>
              <pc:docMk/>
              <pc:sldMasterMk cId="3240448630" sldId="2147483737"/>
              <pc:sldLayoutMk cId="2616620276" sldId="2147483749"/>
              <ac:picMk id="2" creationId="{A05CD20F-4F8A-A27D-3BA7-0A4733EF2C06}"/>
            </ac:picMkLst>
          </pc:picChg>
        </pc:sldLayoutChg>
        <pc:sldLayoutChg chg="addSp delSp modSp mod">
          <pc:chgData name="Operational Excellence Academy6" userId="6e9043d510d79392" providerId="LiveId" clId="{7B99C48E-A537-4570-BA13-58FE3DB33F33}" dt="2026-01-24T13:49:35.937" v="798"/>
          <pc:sldLayoutMkLst>
            <pc:docMk/>
            <pc:sldMasterMk cId="3240448630" sldId="2147483737"/>
            <pc:sldLayoutMk cId="1698595581" sldId="2147483750"/>
          </pc:sldLayoutMkLst>
          <pc:graphicFrameChg chg="add mod">
            <ac:chgData name="Operational Excellence Academy6" userId="6e9043d510d79392" providerId="LiveId" clId="{7B99C48E-A537-4570-BA13-58FE3DB33F33}" dt="2026-01-24T13:49:35.937" v="798"/>
            <ac:graphicFrameMkLst>
              <pc:docMk/>
              <pc:sldMasterMk cId="3240448630" sldId="2147483737"/>
              <pc:sldLayoutMk cId="1698595581" sldId="2147483750"/>
              <ac:graphicFrameMk id="4" creationId="{BF98925A-B02C-2049-6B41-B7B59F47B6AA}"/>
            </ac:graphicFrameMkLst>
          </pc:graphicFrameChg>
          <pc:picChg chg="add mod">
            <ac:chgData name="Operational Excellence Academy6" userId="6e9043d510d79392" providerId="LiveId" clId="{7B99C48E-A537-4570-BA13-58FE3DB33F33}" dt="2026-01-24T13:49:35.937" v="798"/>
            <ac:picMkLst>
              <pc:docMk/>
              <pc:sldMasterMk cId="3240448630" sldId="2147483737"/>
              <pc:sldLayoutMk cId="1698595581" sldId="2147483750"/>
              <ac:picMk id="5" creationId="{528631F4-797D-A518-473D-969F8E89A072}"/>
            </ac:picMkLst>
          </pc:picChg>
        </pc:sldLayoutChg>
        <pc:sldLayoutChg chg="addSp delSp modSp mod">
          <pc:chgData name="Operational Excellence Academy6" userId="6e9043d510d79392" providerId="LiveId" clId="{7B99C48E-A537-4570-BA13-58FE3DB33F33}" dt="2026-01-24T13:49:44.969" v="801"/>
          <pc:sldLayoutMkLst>
            <pc:docMk/>
            <pc:sldMasterMk cId="3240448630" sldId="2147483737"/>
            <pc:sldLayoutMk cId="569259469" sldId="2147483751"/>
          </pc:sldLayoutMkLst>
          <pc:graphicFrameChg chg="add mod">
            <ac:chgData name="Operational Excellence Academy6" userId="6e9043d510d79392" providerId="LiveId" clId="{7B99C48E-A537-4570-BA13-58FE3DB33F33}" dt="2026-01-24T13:49:44.969" v="801"/>
            <ac:graphicFrameMkLst>
              <pc:docMk/>
              <pc:sldMasterMk cId="3240448630" sldId="2147483737"/>
              <pc:sldLayoutMk cId="569259469" sldId="2147483751"/>
              <ac:graphicFrameMk id="3" creationId="{EDD9914B-B03A-CC4E-03BE-FB5A51535611}"/>
            </ac:graphicFrameMkLst>
          </pc:graphicFrameChg>
          <pc:picChg chg="add mod">
            <ac:chgData name="Operational Excellence Academy6" userId="6e9043d510d79392" providerId="LiveId" clId="{7B99C48E-A537-4570-BA13-58FE3DB33F33}" dt="2026-01-24T13:49:44.969" v="801"/>
            <ac:picMkLst>
              <pc:docMk/>
              <pc:sldMasterMk cId="3240448630" sldId="2147483737"/>
              <pc:sldLayoutMk cId="569259469" sldId="2147483751"/>
              <ac:picMk id="4" creationId="{02D42E7D-ED6B-5D7D-04F6-B76385B26533}"/>
            </ac:picMkLst>
          </pc:picChg>
        </pc:sldLayoutChg>
        <pc:sldLayoutChg chg="addSp delSp modSp mod">
          <pc:chgData name="Operational Excellence Academy6" userId="6e9043d510d79392" providerId="LiveId" clId="{7B99C48E-A537-4570-BA13-58FE3DB33F33}" dt="2026-01-24T13:49:53.716" v="804"/>
          <pc:sldLayoutMkLst>
            <pc:docMk/>
            <pc:sldMasterMk cId="3240448630" sldId="2147483737"/>
            <pc:sldLayoutMk cId="1706012757" sldId="2147483752"/>
          </pc:sldLayoutMkLst>
          <pc:graphicFrameChg chg="add mod">
            <ac:chgData name="Operational Excellence Academy6" userId="6e9043d510d79392" providerId="LiveId" clId="{7B99C48E-A537-4570-BA13-58FE3DB33F33}" dt="2026-01-24T13:49:53.716" v="804"/>
            <ac:graphicFrameMkLst>
              <pc:docMk/>
              <pc:sldMasterMk cId="3240448630" sldId="2147483737"/>
              <pc:sldLayoutMk cId="1706012757" sldId="2147483752"/>
              <ac:graphicFrameMk id="4" creationId="{AB1AC23B-09B7-1126-2F43-5B1B1AD3424A}"/>
            </ac:graphicFrameMkLst>
          </pc:graphicFrameChg>
          <pc:picChg chg="add mod">
            <ac:chgData name="Operational Excellence Academy6" userId="6e9043d510d79392" providerId="LiveId" clId="{7B99C48E-A537-4570-BA13-58FE3DB33F33}" dt="2026-01-24T13:49:53.716" v="804"/>
            <ac:picMkLst>
              <pc:docMk/>
              <pc:sldMasterMk cId="3240448630" sldId="2147483737"/>
              <pc:sldLayoutMk cId="1706012757" sldId="2147483752"/>
              <ac:picMk id="5" creationId="{44DCC2CA-6DB0-89A1-AF5F-595985DF50A5}"/>
            </ac:picMkLst>
          </pc:picChg>
        </pc:sldLayoutChg>
        <pc:sldLayoutChg chg="modSp mod">
          <pc:chgData name="Operational Excellence Academy6" userId="6e9043d510d79392" providerId="LiveId" clId="{7B99C48E-A537-4570-BA13-58FE3DB33F33}" dt="2026-01-24T13:52:08.431" v="824" actId="207"/>
          <pc:sldLayoutMkLst>
            <pc:docMk/>
            <pc:sldMasterMk cId="3240448630" sldId="2147483737"/>
            <pc:sldLayoutMk cId="452654038" sldId="2147483754"/>
          </pc:sldLayoutMkLst>
          <pc:spChg chg="mod">
            <ac:chgData name="Operational Excellence Academy6" userId="6e9043d510d79392" providerId="LiveId" clId="{7B99C48E-A537-4570-BA13-58FE3DB33F33}" dt="2026-01-24T13:52:08.431" v="824" actId="207"/>
            <ac:spMkLst>
              <pc:docMk/>
              <pc:sldMasterMk cId="3240448630" sldId="2147483737"/>
              <pc:sldLayoutMk cId="452654038" sldId="2147483754"/>
              <ac:spMk id="12" creationId="{07870DCD-3964-4E37-91B7-E4B56C8223BE}"/>
            </ac:spMkLst>
          </pc:spChg>
        </pc:sldLayoutChg>
        <pc:sldLayoutChg chg="addSp delSp modSp mod">
          <pc:chgData name="Operational Excellence Academy6" userId="6e9043d510d79392" providerId="LiveId" clId="{7B99C48E-A537-4570-BA13-58FE3DB33F33}" dt="2026-01-24T13:50:11.735" v="808" actId="208"/>
          <pc:sldLayoutMkLst>
            <pc:docMk/>
            <pc:sldMasterMk cId="3240448630" sldId="2147483737"/>
            <pc:sldLayoutMk cId="774733615" sldId="2147483755"/>
          </pc:sldLayoutMkLst>
          <pc:graphicFrameChg chg="add mod">
            <ac:chgData name="Operational Excellence Academy6" userId="6e9043d510d79392" providerId="LiveId" clId="{7B99C48E-A537-4570-BA13-58FE3DB33F33}" dt="2026-01-24T13:50:03.313" v="807"/>
            <ac:graphicFrameMkLst>
              <pc:docMk/>
              <pc:sldMasterMk cId="3240448630" sldId="2147483737"/>
              <pc:sldLayoutMk cId="774733615" sldId="2147483755"/>
              <ac:graphicFrameMk id="2" creationId="{14A0E506-27B6-3259-7D2C-27F3C7D40109}"/>
            </ac:graphicFrameMkLst>
          </pc:graphicFrameChg>
          <pc:picChg chg="add mod">
            <ac:chgData name="Operational Excellence Academy6" userId="6e9043d510d79392" providerId="LiveId" clId="{7B99C48E-A537-4570-BA13-58FE3DB33F33}" dt="2026-01-24T13:50:03.313" v="807"/>
            <ac:picMkLst>
              <pc:docMk/>
              <pc:sldMasterMk cId="3240448630" sldId="2147483737"/>
              <pc:sldLayoutMk cId="774733615" sldId="2147483755"/>
              <ac:picMk id="3" creationId="{8D8C57EE-F8EB-EB79-C1B8-4326E4DCFE44}"/>
            </ac:picMkLst>
          </pc:picChg>
          <pc:cxnChg chg="mod">
            <ac:chgData name="Operational Excellence Academy6" userId="6e9043d510d79392" providerId="LiveId" clId="{7B99C48E-A537-4570-BA13-58FE3DB33F33}" dt="2026-01-24T13:50:11.735" v="808" actId="208"/>
            <ac:cxnSpMkLst>
              <pc:docMk/>
              <pc:sldMasterMk cId="3240448630" sldId="2147483737"/>
              <pc:sldLayoutMk cId="774733615" sldId="2147483755"/>
              <ac:cxnSpMk id="11" creationId="{6130971D-2840-4B77-A295-BF6847781B04}"/>
            </ac:cxnSpMkLst>
          </pc:cxnChg>
        </pc:sldLayoutChg>
        <pc:sldLayoutChg chg="addSp delSp modSp mod">
          <pc:chgData name="Operational Excellence Academy6" userId="6e9043d510d79392" providerId="LiveId" clId="{7B99C48E-A537-4570-BA13-58FE3DB33F33}" dt="2026-01-24T13:50:37.168" v="814" actId="2085"/>
          <pc:sldLayoutMkLst>
            <pc:docMk/>
            <pc:sldMasterMk cId="3240448630" sldId="2147483737"/>
            <pc:sldLayoutMk cId="4137095411" sldId="2147483756"/>
          </pc:sldLayoutMkLst>
          <pc:spChg chg="mod">
            <ac:chgData name="Operational Excellence Academy6" userId="6e9043d510d79392" providerId="LiveId" clId="{7B99C48E-A537-4570-BA13-58FE3DB33F33}" dt="2026-01-24T13:50:37.168" v="814" actId="2085"/>
            <ac:spMkLst>
              <pc:docMk/>
              <pc:sldMasterMk cId="3240448630" sldId="2147483737"/>
              <pc:sldLayoutMk cId="4137095411" sldId="2147483756"/>
              <ac:spMk id="14" creationId="{39DFC96B-A912-4E91-84C0-0423E97C9088}"/>
            </ac:spMkLst>
          </pc:spChg>
          <pc:graphicFrameChg chg="add mod">
            <ac:chgData name="Operational Excellence Academy6" userId="6e9043d510d79392" providerId="LiveId" clId="{7B99C48E-A537-4570-BA13-58FE3DB33F33}" dt="2026-01-24T13:50:22.340" v="811"/>
            <ac:graphicFrameMkLst>
              <pc:docMk/>
              <pc:sldMasterMk cId="3240448630" sldId="2147483737"/>
              <pc:sldLayoutMk cId="4137095411" sldId="2147483756"/>
              <ac:graphicFrameMk id="2" creationId="{E3D4AEA6-581A-4BAD-5417-444232E14BFB}"/>
            </ac:graphicFrameMkLst>
          </pc:graphicFrameChg>
          <pc:picChg chg="add mod">
            <ac:chgData name="Operational Excellence Academy6" userId="6e9043d510d79392" providerId="LiveId" clId="{7B99C48E-A537-4570-BA13-58FE3DB33F33}" dt="2026-01-24T13:50:22.340" v="811"/>
            <ac:picMkLst>
              <pc:docMk/>
              <pc:sldMasterMk cId="3240448630" sldId="2147483737"/>
              <pc:sldLayoutMk cId="4137095411" sldId="2147483756"/>
              <ac:picMk id="3" creationId="{0443C5B4-8389-FE48-C205-17606DF1B30D}"/>
            </ac:picMkLst>
          </pc:picChg>
        </pc:sldLayoutChg>
        <pc:sldLayoutChg chg="addSp delSp modSp mod">
          <pc:chgData name="Operational Excellence Academy6" userId="6e9043d510d79392" providerId="LiveId" clId="{7B99C48E-A537-4570-BA13-58FE3DB33F33}" dt="2026-01-24T13:50:59.991" v="817"/>
          <pc:sldLayoutMkLst>
            <pc:docMk/>
            <pc:sldMasterMk cId="3240448630" sldId="2147483737"/>
            <pc:sldLayoutMk cId="1840601692" sldId="2147483757"/>
          </pc:sldLayoutMkLst>
          <pc:graphicFrameChg chg="add mod">
            <ac:chgData name="Operational Excellence Academy6" userId="6e9043d510d79392" providerId="LiveId" clId="{7B99C48E-A537-4570-BA13-58FE3DB33F33}" dt="2026-01-24T13:50:59.991" v="817"/>
            <ac:graphicFrameMkLst>
              <pc:docMk/>
              <pc:sldMasterMk cId="3240448630" sldId="2147483737"/>
              <pc:sldLayoutMk cId="1840601692" sldId="2147483757"/>
              <ac:graphicFrameMk id="2" creationId="{655C4F46-F0C4-1A34-2166-868BD0A2BDC0}"/>
            </ac:graphicFrameMkLst>
          </pc:graphicFrameChg>
        </pc:sldLayoutChg>
        <pc:sldLayoutChg chg="addSp delSp modSp mod">
          <pc:chgData name="Operational Excellence Academy6" userId="6e9043d510d79392" providerId="LiveId" clId="{7B99C48E-A537-4570-BA13-58FE3DB33F33}" dt="2026-01-23T08:30:18.979" v="614"/>
          <pc:sldLayoutMkLst>
            <pc:docMk/>
            <pc:sldMasterMk cId="3240448630" sldId="2147483737"/>
            <pc:sldLayoutMk cId="302545763" sldId="2147483758"/>
          </pc:sldLayoutMkLst>
          <pc:picChg chg="add mod">
            <ac:chgData name="Operational Excellence Academy6" userId="6e9043d510d79392" providerId="LiveId" clId="{7B99C48E-A537-4570-BA13-58FE3DB33F33}" dt="2026-01-23T08:30:18.979" v="614"/>
            <ac:picMkLst>
              <pc:docMk/>
              <pc:sldMasterMk cId="3240448630" sldId="2147483737"/>
              <pc:sldLayoutMk cId="302545763" sldId="2147483758"/>
              <ac:picMk id="3" creationId="{6442B433-08F0-6E71-606C-0276978F3B9F}"/>
            </ac:picMkLst>
          </pc:picChg>
        </pc:sldLayoutChg>
        <pc:sldLayoutChg chg="addSp delSp modSp mod">
          <pc:chgData name="Operational Excellence Academy6" userId="6e9043d510d79392" providerId="LiveId" clId="{7B99C48E-A537-4570-BA13-58FE3DB33F33}" dt="2026-01-24T13:51:16.536" v="819" actId="207"/>
          <pc:sldLayoutMkLst>
            <pc:docMk/>
            <pc:sldMasterMk cId="3240448630" sldId="2147483737"/>
            <pc:sldLayoutMk cId="1037835728" sldId="2147483761"/>
          </pc:sldLayoutMkLst>
          <pc:spChg chg="mod">
            <ac:chgData name="Operational Excellence Academy6" userId="6e9043d510d79392" providerId="LiveId" clId="{7B99C48E-A537-4570-BA13-58FE3DB33F33}" dt="2026-01-24T13:51:16.536" v="819" actId="207"/>
            <ac:spMkLst>
              <pc:docMk/>
              <pc:sldMasterMk cId="3240448630" sldId="2147483737"/>
              <pc:sldLayoutMk cId="1037835728" sldId="2147483761"/>
              <ac:spMk id="17" creationId="{00000000-0000-0000-0000-000000000000}"/>
            </ac:spMkLst>
          </pc:spChg>
          <pc:picChg chg="add mod">
            <ac:chgData name="Operational Excellence Academy6" userId="6e9043d510d79392" providerId="LiveId" clId="{7B99C48E-A537-4570-BA13-58FE3DB33F33}" dt="2026-01-23T08:30:38.710" v="623" actId="1076"/>
            <ac:picMkLst>
              <pc:docMk/>
              <pc:sldMasterMk cId="3240448630" sldId="2147483737"/>
              <pc:sldLayoutMk cId="1037835728" sldId="2147483761"/>
              <ac:picMk id="8" creationId="{319759CE-9E6B-483E-8A31-9463CEDAE184}"/>
            </ac:picMkLst>
          </pc:picChg>
        </pc:sldLayoutChg>
      </pc:sldMasterChg>
      <pc:sldMasterChg chg="delSldLayout modSldLayout">
        <pc:chgData name="Operational Excellence Academy6" userId="6e9043d510d79392" providerId="LiveId" clId="{7B99C48E-A537-4570-BA13-58FE3DB33F33}" dt="2026-01-24T13:51:25.839" v="820" actId="207"/>
        <pc:sldMasterMkLst>
          <pc:docMk/>
          <pc:sldMasterMk cId="1245994868" sldId="2147483762"/>
        </pc:sldMasterMkLst>
        <pc:sldLayoutChg chg="addSp delSp modSp mod">
          <pc:chgData name="Operational Excellence Academy6" userId="6e9043d510d79392" providerId="LiveId" clId="{7B99C48E-A537-4570-BA13-58FE3DB33F33}" dt="2026-01-23T08:30:31.377" v="619"/>
          <pc:sldLayoutMkLst>
            <pc:docMk/>
            <pc:sldMasterMk cId="1245994868" sldId="2147483762"/>
            <pc:sldLayoutMk cId="2690332315" sldId="2147483763"/>
          </pc:sldLayoutMkLst>
          <pc:picChg chg="add mod">
            <ac:chgData name="Operational Excellence Academy6" userId="6e9043d510d79392" providerId="LiveId" clId="{7B99C48E-A537-4570-BA13-58FE3DB33F33}" dt="2026-01-23T08:30:31.377" v="619"/>
            <ac:picMkLst>
              <pc:docMk/>
              <pc:sldMasterMk cId="1245994868" sldId="2147483762"/>
              <pc:sldLayoutMk cId="2690332315" sldId="2147483763"/>
              <ac:picMk id="8" creationId="{5708441E-6ECC-4417-8A95-6AC178976E4F}"/>
            </ac:picMkLst>
          </pc:picChg>
        </pc:sldLayoutChg>
        <pc:sldLayoutChg chg="addSp delSp modSp mod">
          <pc:chgData name="Operational Excellence Academy6" userId="6e9043d510d79392" providerId="LiveId" clId="{7B99C48E-A537-4570-BA13-58FE3DB33F33}" dt="2026-01-24T13:51:25.839" v="820" actId="207"/>
          <pc:sldLayoutMkLst>
            <pc:docMk/>
            <pc:sldMasterMk cId="1245994868" sldId="2147483762"/>
            <pc:sldLayoutMk cId="4204049595" sldId="2147483764"/>
          </pc:sldLayoutMkLst>
          <pc:spChg chg="mod">
            <ac:chgData name="Operational Excellence Academy6" userId="6e9043d510d79392" providerId="LiveId" clId="{7B99C48E-A537-4570-BA13-58FE3DB33F33}" dt="2026-01-24T13:51:25.839" v="820" actId="207"/>
            <ac:spMkLst>
              <pc:docMk/>
              <pc:sldMasterMk cId="1245994868" sldId="2147483762"/>
              <pc:sldLayoutMk cId="4204049595" sldId="2147483764"/>
              <ac:spMk id="8" creationId="{AC006A94-67F9-4D7F-A8D1-E417BFDF0EAD}"/>
            </ac:spMkLst>
          </pc:spChg>
          <pc:picChg chg="add mod">
            <ac:chgData name="Operational Excellence Academy6" userId="6e9043d510d79392" providerId="LiveId" clId="{7B99C48E-A537-4570-BA13-58FE3DB33F33}" dt="2026-01-23T08:30:45.541" v="627" actId="1076"/>
            <ac:picMkLst>
              <pc:docMk/>
              <pc:sldMasterMk cId="1245994868" sldId="2147483762"/>
              <pc:sldLayoutMk cId="4204049595" sldId="2147483764"/>
              <ac:picMk id="12" creationId="{7AA68152-7E47-4614-C060-094DD50D1306}"/>
            </ac:picMkLst>
          </pc:picChg>
        </pc:sldLayoutChg>
        <pc:sldLayoutChg chg="addSp delSp modSp mod setBg">
          <pc:chgData name="Operational Excellence Academy6" userId="6e9043d510d79392" providerId="LiveId" clId="{7B99C48E-A537-4570-BA13-58FE3DB33F33}" dt="2026-01-23T07:18:37.318" v="123" actId="29295"/>
          <pc:sldLayoutMkLst>
            <pc:docMk/>
            <pc:sldMasterMk cId="1245994868" sldId="2147483762"/>
            <pc:sldLayoutMk cId="3238449566" sldId="2147483777"/>
          </pc:sldLayoutMkLst>
          <pc:spChg chg="mod">
            <ac:chgData name="Operational Excellence Academy6" userId="6e9043d510d79392" providerId="LiveId" clId="{7B99C48E-A537-4570-BA13-58FE3DB33F33}" dt="2026-01-23T07:15:34.402" v="107" actId="207"/>
            <ac:spMkLst>
              <pc:docMk/>
              <pc:sldMasterMk cId="1245994868" sldId="2147483762"/>
              <pc:sldLayoutMk cId="3238449566" sldId="2147483777"/>
              <ac:spMk id="9" creationId="{00000000-0000-0000-0000-000000000000}"/>
            </ac:spMkLst>
          </pc:spChg>
          <pc:picChg chg="add mod">
            <ac:chgData name="Operational Excellence Academy6" userId="6e9043d510d79392" providerId="LiveId" clId="{7B99C48E-A537-4570-BA13-58FE3DB33F33}" dt="2026-01-23T07:12:40.434" v="94"/>
            <ac:picMkLst>
              <pc:docMk/>
              <pc:sldMasterMk cId="1245994868" sldId="2147483762"/>
              <pc:sldLayoutMk cId="3238449566" sldId="2147483777"/>
              <ac:picMk id="3" creationId="{7B55416B-E0C0-34B5-E9EF-739A5DA79556}"/>
            </ac:picMkLst>
          </pc:picChg>
          <pc:picChg chg="add mod ord">
            <ac:chgData name="Operational Excellence Academy6" userId="6e9043d510d79392" providerId="LiveId" clId="{7B99C48E-A537-4570-BA13-58FE3DB33F33}" dt="2026-01-23T07:18:37.318" v="123" actId="29295"/>
            <ac:picMkLst>
              <pc:docMk/>
              <pc:sldMasterMk cId="1245994868" sldId="2147483762"/>
              <pc:sldLayoutMk cId="3238449566" sldId="2147483777"/>
              <ac:picMk id="10" creationId="{05FF651C-AFDC-38A6-6028-643B158F1BD6}"/>
            </ac:picMkLst>
          </pc:picChg>
        </pc:sldLayoutChg>
        <pc:sldLayoutChg chg="addSp delSp modSp mod">
          <pc:chgData name="Operational Excellence Academy6" userId="6e9043d510d79392" providerId="LiveId" clId="{7B99C48E-A537-4570-BA13-58FE3DB33F33}" dt="2026-01-23T07:13:10.845" v="98" actId="207"/>
          <pc:sldLayoutMkLst>
            <pc:docMk/>
            <pc:sldMasterMk cId="1245994868" sldId="2147483762"/>
            <pc:sldLayoutMk cId="4104086258" sldId="2147483778"/>
          </pc:sldLayoutMkLst>
          <pc:spChg chg="mod">
            <ac:chgData name="Operational Excellence Academy6" userId="6e9043d510d79392" providerId="LiveId" clId="{7B99C48E-A537-4570-BA13-58FE3DB33F33}" dt="2026-01-23T07:13:10.845" v="98" actId="207"/>
            <ac:spMkLst>
              <pc:docMk/>
              <pc:sldMasterMk cId="1245994868" sldId="2147483762"/>
              <pc:sldLayoutMk cId="4104086258" sldId="2147483778"/>
              <ac:spMk id="14" creationId="{39DFC96B-A912-4E91-84C0-0423E97C9088}"/>
            </ac:spMkLst>
          </pc:spChg>
          <pc:graphicFrameChg chg="add mod">
            <ac:chgData name="Operational Excellence Academy6" userId="6e9043d510d79392" providerId="LiveId" clId="{7B99C48E-A537-4570-BA13-58FE3DB33F33}" dt="2026-01-23T07:13:01.510" v="97"/>
            <ac:graphicFrameMkLst>
              <pc:docMk/>
              <pc:sldMasterMk cId="1245994868" sldId="2147483762"/>
              <pc:sldLayoutMk cId="4104086258" sldId="2147483778"/>
              <ac:graphicFrameMk id="2" creationId="{522D7AD5-F87C-AA1A-F58B-E2404812798E}"/>
            </ac:graphicFrameMkLst>
          </pc:graphicFrameChg>
          <pc:picChg chg="add mod">
            <ac:chgData name="Operational Excellence Academy6" userId="6e9043d510d79392" providerId="LiveId" clId="{7B99C48E-A537-4570-BA13-58FE3DB33F33}" dt="2026-01-23T07:13:01.510" v="97"/>
            <ac:picMkLst>
              <pc:docMk/>
              <pc:sldMasterMk cId="1245994868" sldId="2147483762"/>
              <pc:sldLayoutMk cId="4104086258" sldId="2147483778"/>
              <ac:picMk id="3" creationId="{06C76D35-F9A0-D326-21E8-BD8262B09859}"/>
            </ac:picMkLst>
          </pc:picChg>
        </pc:sldLayoutChg>
        <pc:sldLayoutChg chg="modSp mod">
          <pc:chgData name="Operational Excellence Academy6" userId="6e9043d510d79392" providerId="LiveId" clId="{7B99C48E-A537-4570-BA13-58FE3DB33F33}" dt="2026-01-23T07:13:23.662" v="100" actId="207"/>
          <pc:sldLayoutMkLst>
            <pc:docMk/>
            <pc:sldMasterMk cId="1245994868" sldId="2147483762"/>
            <pc:sldLayoutMk cId="68229791" sldId="2147483779"/>
          </pc:sldLayoutMkLst>
          <pc:graphicFrameChg chg="modGraphic">
            <ac:chgData name="Operational Excellence Academy6" userId="6e9043d510d79392" providerId="LiveId" clId="{7B99C48E-A537-4570-BA13-58FE3DB33F33}" dt="2026-01-23T07:13:23.662" v="100" actId="207"/>
            <ac:graphicFrameMkLst>
              <pc:docMk/>
              <pc:sldMasterMk cId="1245994868" sldId="2147483762"/>
              <pc:sldLayoutMk cId="68229791" sldId="2147483779"/>
              <ac:graphicFrameMk id="5" creationId="{CFD8280A-D32B-45C5-AFAD-DFA00D248945}"/>
            </ac:graphicFrameMkLst>
          </pc:graphicFrameChg>
        </pc:sldLayoutChg>
      </pc:sldMasterChg>
      <pc:sldMasterChg chg="modSldLayout">
        <pc:chgData name="Operational Excellence Academy6" userId="6e9043d510d79392" providerId="LiveId" clId="{7B99C48E-A537-4570-BA13-58FE3DB33F33}" dt="2026-01-24T13:51:54.172" v="823"/>
        <pc:sldMasterMkLst>
          <pc:docMk/>
          <pc:sldMasterMk cId="2700994948" sldId="2147483780"/>
        </pc:sldMasterMkLst>
        <pc:sldLayoutChg chg="addSp delSp modSp mod">
          <pc:chgData name="Operational Excellence Academy6" userId="6e9043d510d79392" providerId="LiveId" clId="{7B99C48E-A537-4570-BA13-58FE3DB33F33}" dt="2026-01-23T07:19:38.860" v="126"/>
          <pc:sldLayoutMkLst>
            <pc:docMk/>
            <pc:sldMasterMk cId="2700994948" sldId="2147483780"/>
            <pc:sldLayoutMk cId="3376300294" sldId="2147483788"/>
          </pc:sldLayoutMkLst>
          <pc:graphicFrameChg chg="add mod">
            <ac:chgData name="Operational Excellence Academy6" userId="6e9043d510d79392" providerId="LiveId" clId="{7B99C48E-A537-4570-BA13-58FE3DB33F33}" dt="2026-01-23T07:19:38.860" v="126"/>
            <ac:graphicFrameMkLst>
              <pc:docMk/>
              <pc:sldMasterMk cId="2700994948" sldId="2147483780"/>
              <pc:sldLayoutMk cId="3376300294" sldId="2147483788"/>
              <ac:graphicFrameMk id="2" creationId="{80D5ECF4-E24C-7CB9-63E3-2E643F8DF278}"/>
            </ac:graphicFrameMkLst>
          </pc:graphicFrameChg>
          <pc:picChg chg="add mod">
            <ac:chgData name="Operational Excellence Academy6" userId="6e9043d510d79392" providerId="LiveId" clId="{7B99C48E-A537-4570-BA13-58FE3DB33F33}" dt="2026-01-23T07:19:38.860" v="126"/>
            <ac:picMkLst>
              <pc:docMk/>
              <pc:sldMasterMk cId="2700994948" sldId="2147483780"/>
              <pc:sldLayoutMk cId="3376300294" sldId="2147483788"/>
              <ac:picMk id="3" creationId="{536E6EE6-4E94-1BFD-CBC0-E93F0CD587A2}"/>
            </ac:picMkLst>
          </pc:picChg>
        </pc:sldLayoutChg>
        <pc:sldLayoutChg chg="modSp">
          <pc:chgData name="Operational Excellence Academy6" userId="6e9043d510d79392" providerId="LiveId" clId="{7B99C48E-A537-4570-BA13-58FE3DB33F33}" dt="2026-01-23T07:19:46.417" v="127" actId="735"/>
          <pc:sldLayoutMkLst>
            <pc:docMk/>
            <pc:sldMasterMk cId="2700994948" sldId="2147483780"/>
            <pc:sldLayoutMk cId="353469473" sldId="2147483789"/>
          </pc:sldLayoutMkLst>
        </pc:sldLayoutChg>
        <pc:sldLayoutChg chg="modSp mod">
          <pc:chgData name="Operational Excellence Academy6" userId="6e9043d510d79392" providerId="LiveId" clId="{7B99C48E-A537-4570-BA13-58FE3DB33F33}" dt="2026-01-23T07:19:56.119" v="129" actId="207"/>
          <pc:sldLayoutMkLst>
            <pc:docMk/>
            <pc:sldMasterMk cId="2700994948" sldId="2147483780"/>
            <pc:sldLayoutMk cId="2932347881" sldId="2147483790"/>
          </pc:sldLayoutMkLst>
          <pc:graphicFrameChg chg="modGraphic">
            <ac:chgData name="Operational Excellence Academy6" userId="6e9043d510d79392" providerId="LiveId" clId="{7B99C48E-A537-4570-BA13-58FE3DB33F33}" dt="2026-01-23T07:19:56.119" v="129" actId="207"/>
            <ac:graphicFrameMkLst>
              <pc:docMk/>
              <pc:sldMasterMk cId="2700994948" sldId="2147483780"/>
              <pc:sldLayoutMk cId="2932347881" sldId="2147483790"/>
              <ac:graphicFrameMk id="6" creationId="{B71BF630-B6D3-47FD-93AB-1362E293452C}"/>
            </ac:graphicFrameMkLst>
          </pc:graphicFrameChg>
        </pc:sldLayoutChg>
        <pc:sldLayoutChg chg="addSp delSp modSp mod">
          <pc:chgData name="Operational Excellence Academy6" userId="6e9043d510d79392" providerId="LiveId" clId="{7B99C48E-A537-4570-BA13-58FE3DB33F33}" dt="2026-01-24T13:51:54.172" v="823"/>
          <pc:sldLayoutMkLst>
            <pc:docMk/>
            <pc:sldMasterMk cId="2700994948" sldId="2147483780"/>
            <pc:sldLayoutMk cId="1863343188" sldId="2147483792"/>
          </pc:sldLayoutMkLst>
          <pc:spChg chg="mod">
            <ac:chgData name="Operational Excellence Academy6" userId="6e9043d510d79392" providerId="LiveId" clId="{7B99C48E-A537-4570-BA13-58FE3DB33F33}" dt="2026-01-24T13:51:36.315" v="821" actId="207"/>
            <ac:spMkLst>
              <pc:docMk/>
              <pc:sldMasterMk cId="2700994948" sldId="2147483780"/>
              <pc:sldLayoutMk cId="1863343188" sldId="2147483792"/>
              <ac:spMk id="17" creationId="{00000000-0000-0000-0000-000000000000}"/>
            </ac:spMkLst>
          </pc:spChg>
          <pc:picChg chg="add mod">
            <ac:chgData name="Operational Excellence Academy6" userId="6e9043d510d79392" providerId="LiveId" clId="{7B99C48E-A537-4570-BA13-58FE3DB33F33}" dt="2026-01-24T13:51:54.172" v="823"/>
            <ac:picMkLst>
              <pc:docMk/>
              <pc:sldMasterMk cId="2700994948" sldId="2147483780"/>
              <pc:sldLayoutMk cId="1863343188" sldId="2147483792"/>
              <ac:picMk id="8" creationId="{C0D23231-3279-85E8-5C07-48E28AB51C2B}"/>
            </ac:picMkLst>
          </pc:picChg>
        </pc:sldLayoutChg>
      </pc:sldMasterChg>
      <pc:sldMasterChg chg="delSp modSp mod modSldLayout">
        <pc:chgData name="Operational Excellence Academy6" userId="6e9043d510d79392" providerId="LiveId" clId="{7B99C48E-A537-4570-BA13-58FE3DB33F33}" dt="2026-01-23T08:29:35.401" v="608" actId="478"/>
        <pc:sldMasterMkLst>
          <pc:docMk/>
          <pc:sldMasterMk cId="525218672" sldId="2147483805"/>
        </pc:sldMasterMkLst>
        <pc:sldLayoutChg chg="delSp modSp mod">
          <pc:chgData name="Operational Excellence Academy6" userId="6e9043d510d79392" providerId="LiveId" clId="{7B99C48E-A537-4570-BA13-58FE3DB33F33}" dt="2026-01-23T08:29:14.862" v="606" actId="478"/>
          <pc:sldLayoutMkLst>
            <pc:docMk/>
            <pc:sldMasterMk cId="525218672" sldId="2147483805"/>
            <pc:sldLayoutMk cId="3955517502" sldId="2147483807"/>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3D7A07-E581-499A-89F3-7D4991AD97B4}" type="doc">
      <dgm:prSet loTypeId="urn:microsoft.com/office/officeart/2005/8/layout/hChevron3" loCatId="process" qsTypeId="urn:microsoft.com/office/officeart/2005/8/quickstyle/simple1" qsCatId="simple" csTypeId="urn:microsoft.com/office/officeart/2005/8/colors/accent5_2" csCatId="accent5" phldr="1"/>
      <dgm:spPr/>
      <dgm:t>
        <a:bodyPr/>
        <a:lstStyle/>
        <a:p>
          <a:endParaRPr lang="en-MY"/>
        </a:p>
      </dgm:t>
    </dgm:pt>
    <dgm:pt modelId="{2AD5DD2A-0000-4993-87BD-8CFAE505D0E2}">
      <dgm:prSet phldrT="[Text]" custT="1"/>
      <dgm:spPr>
        <a:xfrm>
          <a:off x="0" y="0"/>
          <a:ext cx="2242292" cy="940829"/>
        </a:xfrm>
        <a:prstGeom prst="homePlate">
          <a:avLst/>
        </a:prstGeom>
        <a:solidFill>
          <a:srgbClr val="37609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GB" sz="1400" dirty="0">
              <a:solidFill>
                <a:sysClr val="window" lastClr="FFFFFF"/>
              </a:solidFill>
              <a:latin typeface="Trebuchet MS" panose="020B0603020202020204" pitchFamily="34" charset="0"/>
              <a:ea typeface="+mn-ea"/>
              <a:cs typeface="Times New Roman" panose="02020603050405020304" pitchFamily="18" charset="0"/>
            </a:rPr>
            <a:t>Manage xx </a:t>
          </a:r>
          <a:endParaRPr lang="en-MY" sz="1400" dirty="0">
            <a:solidFill>
              <a:sysClr val="window" lastClr="FFFFFF"/>
            </a:solidFill>
            <a:latin typeface="Trebuchet MS" panose="020B0603020202020204"/>
            <a:ea typeface="+mn-ea"/>
            <a:cs typeface="+mn-cs"/>
          </a:endParaRPr>
        </a:p>
      </dgm:t>
    </dgm:pt>
    <dgm:pt modelId="{B816AB59-7F6F-4639-A1ED-B15ABBCF02CB}" type="parTrans" cxnId="{74CE5144-5B61-4651-B609-A69761932B3D}">
      <dgm:prSet/>
      <dgm:spPr/>
      <dgm:t>
        <a:bodyPr/>
        <a:lstStyle/>
        <a:p>
          <a:endParaRPr lang="en-MY" sz="1400"/>
        </a:p>
      </dgm:t>
    </dgm:pt>
    <dgm:pt modelId="{3EB20F05-4DCD-4AC8-A8B7-E3428B8047EE}" type="sibTrans" cxnId="{74CE5144-5B61-4651-B609-A69761932B3D}">
      <dgm:prSet/>
      <dgm:spPr/>
      <dgm:t>
        <a:bodyPr/>
        <a:lstStyle/>
        <a:p>
          <a:endParaRPr lang="en-MY" sz="1400"/>
        </a:p>
      </dgm:t>
    </dgm:pt>
    <dgm:pt modelId="{7147850A-5A31-4916-80F5-FFE9A30B8730}">
      <dgm:prSet phldrT="[Text]" custT="1"/>
      <dgm:spPr>
        <a:xfrm>
          <a:off x="1799570" y="0"/>
          <a:ext cx="2288595" cy="937161"/>
        </a:xfrm>
        <a:prstGeom prst="chevron">
          <a:avLst/>
        </a:prstGeom>
        <a:solidFill>
          <a:srgbClr val="37609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GB" sz="1400" dirty="0">
              <a:solidFill>
                <a:sysClr val="window" lastClr="FFFFFF"/>
              </a:solidFill>
              <a:latin typeface="Trebuchet MS" panose="020B0603020202020204" pitchFamily="34" charset="0"/>
              <a:ea typeface="+mn-ea"/>
              <a:cs typeface="Times New Roman" panose="02020603050405020304" pitchFamily="18" charset="0"/>
            </a:rPr>
            <a:t>Manage xx</a:t>
          </a:r>
        </a:p>
      </dgm:t>
    </dgm:pt>
    <dgm:pt modelId="{C23BACE7-749A-4BE1-8B69-FE04257C7974}" type="parTrans" cxnId="{BFD0C347-8214-4B50-B603-60CD68AB937D}">
      <dgm:prSet/>
      <dgm:spPr/>
      <dgm:t>
        <a:bodyPr/>
        <a:lstStyle/>
        <a:p>
          <a:endParaRPr lang="en-MY" sz="1400"/>
        </a:p>
      </dgm:t>
    </dgm:pt>
    <dgm:pt modelId="{7CFD8966-E885-4C3F-B338-13845B9B249A}" type="sibTrans" cxnId="{BFD0C347-8214-4B50-B603-60CD68AB937D}">
      <dgm:prSet/>
      <dgm:spPr/>
      <dgm:t>
        <a:bodyPr/>
        <a:lstStyle/>
        <a:p>
          <a:endParaRPr lang="en-MY" sz="1400"/>
        </a:p>
      </dgm:t>
    </dgm:pt>
    <dgm:pt modelId="{E5DE52E5-9B13-4B2A-846F-DEF74B540C02}">
      <dgm:prSet phldrT="[Text]" custT="1"/>
      <dgm:spPr>
        <a:xfrm>
          <a:off x="3639707" y="1833"/>
          <a:ext cx="2242292" cy="937161"/>
        </a:xfrm>
        <a:prstGeom prst="chevron">
          <a:avLst/>
        </a:prstGeom>
        <a:solidFill>
          <a:srgbClr val="37609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GB" sz="1400" dirty="0">
              <a:solidFill>
                <a:sysClr val="window" lastClr="FFFFFF"/>
              </a:solidFill>
              <a:latin typeface="Trebuchet MS" panose="020B0603020202020204" pitchFamily="34" charset="0"/>
              <a:ea typeface="+mn-ea"/>
              <a:cs typeface="Times New Roman" panose="02020603050405020304" pitchFamily="18" charset="0"/>
            </a:rPr>
            <a:t>Manage xx </a:t>
          </a:r>
        </a:p>
      </dgm:t>
    </dgm:pt>
    <dgm:pt modelId="{BA2FF10B-E526-4A98-A997-714B404B4827}" type="parTrans" cxnId="{A37C1EAE-6575-4A2A-AE7F-A2A1E59E15D8}">
      <dgm:prSet/>
      <dgm:spPr/>
      <dgm:t>
        <a:bodyPr/>
        <a:lstStyle/>
        <a:p>
          <a:endParaRPr lang="en-MY" sz="1400"/>
        </a:p>
      </dgm:t>
    </dgm:pt>
    <dgm:pt modelId="{D8C38FE3-D342-4E78-88A3-3D39ACC63FDE}" type="sibTrans" cxnId="{A37C1EAE-6575-4A2A-AE7F-A2A1E59E15D8}">
      <dgm:prSet/>
      <dgm:spPr/>
      <dgm:t>
        <a:bodyPr/>
        <a:lstStyle/>
        <a:p>
          <a:endParaRPr lang="en-MY" sz="1400"/>
        </a:p>
      </dgm:t>
    </dgm:pt>
    <dgm:pt modelId="{6E3E5E75-9020-4971-85B9-7CE5DAB5DD0F}">
      <dgm:prSet phldrT="[Text]" custT="1"/>
      <dgm:spPr>
        <a:xfrm>
          <a:off x="5433541" y="1833"/>
          <a:ext cx="2242292" cy="937161"/>
        </a:xfrm>
        <a:prstGeom prst="chevron">
          <a:avLst/>
        </a:prstGeom>
        <a:solidFill>
          <a:srgbClr val="37609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GB" sz="1400" dirty="0">
              <a:solidFill>
                <a:sysClr val="window" lastClr="FFFFFF"/>
              </a:solidFill>
              <a:latin typeface="Trebuchet MS" panose="020B0603020202020204" pitchFamily="34" charset="0"/>
              <a:ea typeface="+mn-ea"/>
              <a:cs typeface="Times New Roman" panose="02020603050405020304" pitchFamily="18" charset="0"/>
            </a:rPr>
            <a:t>Manage xx</a:t>
          </a:r>
        </a:p>
      </dgm:t>
    </dgm:pt>
    <dgm:pt modelId="{D78D800B-74E5-491C-95D1-5829EAE7302D}" type="parTrans" cxnId="{BF7CB5B2-009C-4AB5-AAF3-0E17E93C0D07}">
      <dgm:prSet/>
      <dgm:spPr/>
      <dgm:t>
        <a:bodyPr/>
        <a:lstStyle/>
        <a:p>
          <a:endParaRPr lang="en-MY" sz="1400"/>
        </a:p>
      </dgm:t>
    </dgm:pt>
    <dgm:pt modelId="{44A59780-9F8E-4F54-B474-217F4515F426}" type="sibTrans" cxnId="{BF7CB5B2-009C-4AB5-AAF3-0E17E93C0D07}">
      <dgm:prSet/>
      <dgm:spPr/>
      <dgm:t>
        <a:bodyPr/>
        <a:lstStyle/>
        <a:p>
          <a:endParaRPr lang="en-MY" sz="1400"/>
        </a:p>
      </dgm:t>
    </dgm:pt>
    <dgm:pt modelId="{39A6258E-0834-4F84-BA1A-80041BC43506}">
      <dgm:prSet phldrT="[Text]" custT="1"/>
      <dgm:spPr>
        <a:xfrm>
          <a:off x="7227375" y="0"/>
          <a:ext cx="2242292" cy="940829"/>
        </a:xfrm>
        <a:prstGeom prst="chevron">
          <a:avLst/>
        </a:prstGeom>
        <a:solidFill>
          <a:srgbClr val="37609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GB" sz="1400" dirty="0">
              <a:solidFill>
                <a:sysClr val="window" lastClr="FFFFFF"/>
              </a:solidFill>
              <a:latin typeface="Trebuchet MS" panose="020B0603020202020204" pitchFamily="34" charset="0"/>
              <a:ea typeface="+mn-ea"/>
              <a:cs typeface="Times New Roman" panose="02020603050405020304" pitchFamily="18" charset="0"/>
            </a:rPr>
            <a:t>Manage xx</a:t>
          </a:r>
        </a:p>
      </dgm:t>
    </dgm:pt>
    <dgm:pt modelId="{8071FC14-7481-44DC-8F8D-54E27DD16068}" type="parTrans" cxnId="{5F7433D2-F849-46DA-8703-D964E6D36D1A}">
      <dgm:prSet/>
      <dgm:spPr/>
      <dgm:t>
        <a:bodyPr/>
        <a:lstStyle/>
        <a:p>
          <a:endParaRPr lang="en-MY"/>
        </a:p>
      </dgm:t>
    </dgm:pt>
    <dgm:pt modelId="{BDBF40D2-2B06-4D31-87FC-CDC5CA0F3803}" type="sibTrans" cxnId="{5F7433D2-F849-46DA-8703-D964E6D36D1A}">
      <dgm:prSet/>
      <dgm:spPr/>
      <dgm:t>
        <a:bodyPr/>
        <a:lstStyle/>
        <a:p>
          <a:endParaRPr lang="en-MY"/>
        </a:p>
      </dgm:t>
    </dgm:pt>
    <dgm:pt modelId="{EF80348B-92AB-4F09-B92A-FB5CAE2152D5}">
      <dgm:prSet phldrT="[Text]" custT="1"/>
      <dgm:spPr>
        <a:xfrm>
          <a:off x="9021209" y="0"/>
          <a:ext cx="2242292" cy="940829"/>
        </a:xfrm>
        <a:prstGeom prst="chevron">
          <a:avLst/>
        </a:prstGeom>
        <a:solidFill>
          <a:srgbClr val="37609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GB" sz="1400" dirty="0">
              <a:solidFill>
                <a:sysClr val="window" lastClr="FFFFFF"/>
              </a:solidFill>
              <a:latin typeface="Trebuchet MS" panose="020B0603020202020204" pitchFamily="34" charset="0"/>
              <a:ea typeface="+mn-ea"/>
              <a:cs typeface="Times New Roman" panose="02020603050405020304" pitchFamily="18" charset="0"/>
            </a:rPr>
            <a:t>Manage xx</a:t>
          </a:r>
        </a:p>
      </dgm:t>
    </dgm:pt>
    <dgm:pt modelId="{F5BC79DC-2192-4F60-B075-50E25F82A2DE}" type="parTrans" cxnId="{041A3F21-6B9D-4A26-83C7-CBB9ECD81AFB}">
      <dgm:prSet/>
      <dgm:spPr/>
      <dgm:t>
        <a:bodyPr/>
        <a:lstStyle/>
        <a:p>
          <a:endParaRPr lang="en-MY"/>
        </a:p>
      </dgm:t>
    </dgm:pt>
    <dgm:pt modelId="{881308BD-38BC-46D0-B13B-70E70FB304AB}" type="sibTrans" cxnId="{041A3F21-6B9D-4A26-83C7-CBB9ECD81AFB}">
      <dgm:prSet/>
      <dgm:spPr/>
      <dgm:t>
        <a:bodyPr/>
        <a:lstStyle/>
        <a:p>
          <a:endParaRPr lang="en-MY"/>
        </a:p>
      </dgm:t>
    </dgm:pt>
    <dgm:pt modelId="{F277739A-9F09-463D-AC5D-9C4C52A0962D}" type="pres">
      <dgm:prSet presAssocID="{8B3D7A07-E581-499A-89F3-7D4991AD97B4}" presName="Name0" presStyleCnt="0">
        <dgm:presLayoutVars>
          <dgm:dir/>
          <dgm:resizeHandles val="exact"/>
        </dgm:presLayoutVars>
      </dgm:prSet>
      <dgm:spPr/>
    </dgm:pt>
    <dgm:pt modelId="{688C48A2-14E6-45DD-9144-699D9A0012FF}" type="pres">
      <dgm:prSet presAssocID="{2AD5DD2A-0000-4993-87BD-8CFAE505D0E2}" presName="parTxOnly" presStyleLbl="node1" presStyleIdx="0" presStyleCnt="6" custScaleY="104896" custLinFactNeighborX="-5881" custLinFactNeighborY="-3761">
        <dgm:presLayoutVars>
          <dgm:bulletEnabled val="1"/>
        </dgm:presLayoutVars>
      </dgm:prSet>
      <dgm:spPr/>
    </dgm:pt>
    <dgm:pt modelId="{85AB7A3B-8F7A-4711-91D3-313563D02E6A}" type="pres">
      <dgm:prSet presAssocID="{3EB20F05-4DCD-4AC8-A8B7-E3428B8047EE}" presName="parSpace" presStyleCnt="0"/>
      <dgm:spPr/>
    </dgm:pt>
    <dgm:pt modelId="{065ECCEB-4D35-45E2-81B2-7BA4D47EF0CF}" type="pres">
      <dgm:prSet presAssocID="{7147850A-5A31-4916-80F5-FFE9A30B8730}" presName="parTxOnly" presStyleLbl="node1" presStyleIdx="1" presStyleCnt="6" custScaleX="102065" custScaleY="104487" custLinFactNeighborY="-5039">
        <dgm:presLayoutVars>
          <dgm:bulletEnabled val="1"/>
        </dgm:presLayoutVars>
      </dgm:prSet>
      <dgm:spPr/>
    </dgm:pt>
    <dgm:pt modelId="{B258E0DF-AA55-4A1B-9D68-6CE87624D342}" type="pres">
      <dgm:prSet presAssocID="{7CFD8966-E885-4C3F-B338-13845B9B249A}" presName="parSpace" presStyleCnt="0"/>
      <dgm:spPr/>
    </dgm:pt>
    <dgm:pt modelId="{41B984E9-E406-4E1C-8ABC-BD836E472AB6}" type="pres">
      <dgm:prSet presAssocID="{E5DE52E5-9B13-4B2A-846F-DEF74B540C02}" presName="parTxOnly" presStyleLbl="node1" presStyleIdx="2" presStyleCnt="6" custScaleY="104487">
        <dgm:presLayoutVars>
          <dgm:bulletEnabled val="1"/>
        </dgm:presLayoutVars>
      </dgm:prSet>
      <dgm:spPr/>
    </dgm:pt>
    <dgm:pt modelId="{E19F5BDD-07BC-4637-BACF-A15E5151FB40}" type="pres">
      <dgm:prSet presAssocID="{D8C38FE3-D342-4E78-88A3-3D39ACC63FDE}" presName="parSpace" presStyleCnt="0"/>
      <dgm:spPr/>
    </dgm:pt>
    <dgm:pt modelId="{896AE9A2-F708-4127-A83A-6454982FFD96}" type="pres">
      <dgm:prSet presAssocID="{6E3E5E75-9020-4971-85B9-7CE5DAB5DD0F}" presName="parTxOnly" presStyleLbl="node1" presStyleIdx="3" presStyleCnt="6" custScaleY="104487">
        <dgm:presLayoutVars>
          <dgm:bulletEnabled val="1"/>
        </dgm:presLayoutVars>
      </dgm:prSet>
      <dgm:spPr/>
    </dgm:pt>
    <dgm:pt modelId="{98D63A9B-1289-4EDE-8BDA-1687DEF9066D}" type="pres">
      <dgm:prSet presAssocID="{44A59780-9F8E-4F54-B474-217F4515F426}" presName="parSpace" presStyleCnt="0"/>
      <dgm:spPr/>
    </dgm:pt>
    <dgm:pt modelId="{998DF731-A5D6-4FC7-895B-543DDD5BFC60}" type="pres">
      <dgm:prSet presAssocID="{39A6258E-0834-4F84-BA1A-80041BC43506}" presName="parTxOnly" presStyleLbl="node1" presStyleIdx="4" presStyleCnt="6" custScaleY="104896">
        <dgm:presLayoutVars>
          <dgm:bulletEnabled val="1"/>
        </dgm:presLayoutVars>
      </dgm:prSet>
      <dgm:spPr/>
    </dgm:pt>
    <dgm:pt modelId="{49094C8E-54BF-48E2-8D94-72EDB57C57C4}" type="pres">
      <dgm:prSet presAssocID="{BDBF40D2-2B06-4D31-87FC-CDC5CA0F3803}" presName="parSpace" presStyleCnt="0"/>
      <dgm:spPr/>
    </dgm:pt>
    <dgm:pt modelId="{DAA38488-7EDE-459C-A8F7-C41EB94EC18E}" type="pres">
      <dgm:prSet presAssocID="{EF80348B-92AB-4F09-B92A-FB5CAE2152D5}" presName="parTxOnly" presStyleLbl="node1" presStyleIdx="5" presStyleCnt="6" custScaleY="104896">
        <dgm:presLayoutVars>
          <dgm:bulletEnabled val="1"/>
        </dgm:presLayoutVars>
      </dgm:prSet>
      <dgm:spPr/>
    </dgm:pt>
  </dgm:ptLst>
  <dgm:cxnLst>
    <dgm:cxn modelId="{0912DF0D-B8B8-4844-AA1A-AE531F15FAA1}" type="presOf" srcId="{6E3E5E75-9020-4971-85B9-7CE5DAB5DD0F}" destId="{896AE9A2-F708-4127-A83A-6454982FFD96}" srcOrd="0" destOrd="0" presId="urn:microsoft.com/office/officeart/2005/8/layout/hChevron3"/>
    <dgm:cxn modelId="{041A3F21-6B9D-4A26-83C7-CBB9ECD81AFB}" srcId="{8B3D7A07-E581-499A-89F3-7D4991AD97B4}" destId="{EF80348B-92AB-4F09-B92A-FB5CAE2152D5}" srcOrd="5" destOrd="0" parTransId="{F5BC79DC-2192-4F60-B075-50E25F82A2DE}" sibTransId="{881308BD-38BC-46D0-B13B-70E70FB304AB}"/>
    <dgm:cxn modelId="{B942A327-E356-4B60-A8B8-8135BF0ABA81}" type="presOf" srcId="{E5DE52E5-9B13-4B2A-846F-DEF74B540C02}" destId="{41B984E9-E406-4E1C-8ABC-BD836E472AB6}" srcOrd="0" destOrd="0" presId="urn:microsoft.com/office/officeart/2005/8/layout/hChevron3"/>
    <dgm:cxn modelId="{55188E2D-98F5-4741-A820-3AB6F803E41A}" type="presOf" srcId="{EF80348B-92AB-4F09-B92A-FB5CAE2152D5}" destId="{DAA38488-7EDE-459C-A8F7-C41EB94EC18E}" srcOrd="0" destOrd="0" presId="urn:microsoft.com/office/officeart/2005/8/layout/hChevron3"/>
    <dgm:cxn modelId="{21744F36-013A-4FA9-B3F7-2752867C4AE5}" type="presOf" srcId="{2AD5DD2A-0000-4993-87BD-8CFAE505D0E2}" destId="{688C48A2-14E6-45DD-9144-699D9A0012FF}" srcOrd="0" destOrd="0" presId="urn:microsoft.com/office/officeart/2005/8/layout/hChevron3"/>
    <dgm:cxn modelId="{A61AF836-3AB5-466D-96EA-FCD7D69D0017}" type="presOf" srcId="{7147850A-5A31-4916-80F5-FFE9A30B8730}" destId="{065ECCEB-4D35-45E2-81B2-7BA4D47EF0CF}" srcOrd="0" destOrd="0" presId="urn:microsoft.com/office/officeart/2005/8/layout/hChevron3"/>
    <dgm:cxn modelId="{74CE5144-5B61-4651-B609-A69761932B3D}" srcId="{8B3D7A07-E581-499A-89F3-7D4991AD97B4}" destId="{2AD5DD2A-0000-4993-87BD-8CFAE505D0E2}" srcOrd="0" destOrd="0" parTransId="{B816AB59-7F6F-4639-A1ED-B15ABBCF02CB}" sibTransId="{3EB20F05-4DCD-4AC8-A8B7-E3428B8047EE}"/>
    <dgm:cxn modelId="{BFD0C347-8214-4B50-B603-60CD68AB937D}" srcId="{8B3D7A07-E581-499A-89F3-7D4991AD97B4}" destId="{7147850A-5A31-4916-80F5-FFE9A30B8730}" srcOrd="1" destOrd="0" parTransId="{C23BACE7-749A-4BE1-8B69-FE04257C7974}" sibTransId="{7CFD8966-E885-4C3F-B338-13845B9B249A}"/>
    <dgm:cxn modelId="{BAE94C71-7B40-4103-B26C-EC0886A5A0BC}" type="presOf" srcId="{39A6258E-0834-4F84-BA1A-80041BC43506}" destId="{998DF731-A5D6-4FC7-895B-543DDD5BFC60}" srcOrd="0" destOrd="0" presId="urn:microsoft.com/office/officeart/2005/8/layout/hChevron3"/>
    <dgm:cxn modelId="{A37C1EAE-6575-4A2A-AE7F-A2A1E59E15D8}" srcId="{8B3D7A07-E581-499A-89F3-7D4991AD97B4}" destId="{E5DE52E5-9B13-4B2A-846F-DEF74B540C02}" srcOrd="2" destOrd="0" parTransId="{BA2FF10B-E526-4A98-A997-714B404B4827}" sibTransId="{D8C38FE3-D342-4E78-88A3-3D39ACC63FDE}"/>
    <dgm:cxn modelId="{BF7CB5B2-009C-4AB5-AAF3-0E17E93C0D07}" srcId="{8B3D7A07-E581-499A-89F3-7D4991AD97B4}" destId="{6E3E5E75-9020-4971-85B9-7CE5DAB5DD0F}" srcOrd="3" destOrd="0" parTransId="{D78D800B-74E5-491C-95D1-5829EAE7302D}" sibTransId="{44A59780-9F8E-4F54-B474-217F4515F426}"/>
    <dgm:cxn modelId="{5F7433D2-F849-46DA-8703-D964E6D36D1A}" srcId="{8B3D7A07-E581-499A-89F3-7D4991AD97B4}" destId="{39A6258E-0834-4F84-BA1A-80041BC43506}" srcOrd="4" destOrd="0" parTransId="{8071FC14-7481-44DC-8F8D-54E27DD16068}" sibTransId="{BDBF40D2-2B06-4D31-87FC-CDC5CA0F3803}"/>
    <dgm:cxn modelId="{F03F45FD-7623-47CF-BB19-A1E946089A31}" type="presOf" srcId="{8B3D7A07-E581-499A-89F3-7D4991AD97B4}" destId="{F277739A-9F09-463D-AC5D-9C4C52A0962D}" srcOrd="0" destOrd="0" presId="urn:microsoft.com/office/officeart/2005/8/layout/hChevron3"/>
    <dgm:cxn modelId="{9879A6D0-86AF-42E2-A813-E33864CAA80E}" type="presParOf" srcId="{F277739A-9F09-463D-AC5D-9C4C52A0962D}" destId="{688C48A2-14E6-45DD-9144-699D9A0012FF}" srcOrd="0" destOrd="0" presId="urn:microsoft.com/office/officeart/2005/8/layout/hChevron3"/>
    <dgm:cxn modelId="{6B0A2D91-8F6E-4FCF-8751-27E43FFD98C6}" type="presParOf" srcId="{F277739A-9F09-463D-AC5D-9C4C52A0962D}" destId="{85AB7A3B-8F7A-4711-91D3-313563D02E6A}" srcOrd="1" destOrd="0" presId="urn:microsoft.com/office/officeart/2005/8/layout/hChevron3"/>
    <dgm:cxn modelId="{88E250FF-F009-4E80-8E8A-642D04D4B53D}" type="presParOf" srcId="{F277739A-9F09-463D-AC5D-9C4C52A0962D}" destId="{065ECCEB-4D35-45E2-81B2-7BA4D47EF0CF}" srcOrd="2" destOrd="0" presId="urn:microsoft.com/office/officeart/2005/8/layout/hChevron3"/>
    <dgm:cxn modelId="{5C827141-F547-44C0-8916-0618476EF16D}" type="presParOf" srcId="{F277739A-9F09-463D-AC5D-9C4C52A0962D}" destId="{B258E0DF-AA55-4A1B-9D68-6CE87624D342}" srcOrd="3" destOrd="0" presId="urn:microsoft.com/office/officeart/2005/8/layout/hChevron3"/>
    <dgm:cxn modelId="{40052572-E40B-45D3-8302-5BAFAABB1A80}" type="presParOf" srcId="{F277739A-9F09-463D-AC5D-9C4C52A0962D}" destId="{41B984E9-E406-4E1C-8ABC-BD836E472AB6}" srcOrd="4" destOrd="0" presId="urn:microsoft.com/office/officeart/2005/8/layout/hChevron3"/>
    <dgm:cxn modelId="{69B6AF87-C6E9-4B71-8AFE-0044FB108790}" type="presParOf" srcId="{F277739A-9F09-463D-AC5D-9C4C52A0962D}" destId="{E19F5BDD-07BC-4637-BACF-A15E5151FB40}" srcOrd="5" destOrd="0" presId="urn:microsoft.com/office/officeart/2005/8/layout/hChevron3"/>
    <dgm:cxn modelId="{42234431-4DA0-416A-87FD-690E13C3F00A}" type="presParOf" srcId="{F277739A-9F09-463D-AC5D-9C4C52A0962D}" destId="{896AE9A2-F708-4127-A83A-6454982FFD96}" srcOrd="6" destOrd="0" presId="urn:microsoft.com/office/officeart/2005/8/layout/hChevron3"/>
    <dgm:cxn modelId="{EF81FC30-DE09-45F6-BE9E-4FD58F2429ED}" type="presParOf" srcId="{F277739A-9F09-463D-AC5D-9C4C52A0962D}" destId="{98D63A9B-1289-4EDE-8BDA-1687DEF9066D}" srcOrd="7" destOrd="0" presId="urn:microsoft.com/office/officeart/2005/8/layout/hChevron3"/>
    <dgm:cxn modelId="{3F3DC817-84B7-4FA9-BC15-15674D8C8802}" type="presParOf" srcId="{F277739A-9F09-463D-AC5D-9C4C52A0962D}" destId="{998DF731-A5D6-4FC7-895B-543DDD5BFC60}" srcOrd="8" destOrd="0" presId="urn:microsoft.com/office/officeart/2005/8/layout/hChevron3"/>
    <dgm:cxn modelId="{A9EF200F-A346-439E-A040-08524965A251}" type="presParOf" srcId="{F277739A-9F09-463D-AC5D-9C4C52A0962D}" destId="{49094C8E-54BF-48E2-8D94-72EDB57C57C4}" srcOrd="9" destOrd="0" presId="urn:microsoft.com/office/officeart/2005/8/layout/hChevron3"/>
    <dgm:cxn modelId="{12BB4F97-47A4-4521-94B2-840959EF7EFD}" type="presParOf" srcId="{F277739A-9F09-463D-AC5D-9C4C52A0962D}" destId="{DAA38488-7EDE-459C-A8F7-C41EB94EC18E}" srcOrd="10" destOrd="0" presId="urn:microsoft.com/office/officeart/2005/8/layout/hChevron3"/>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98D4A44-BA00-45C9-BEAE-D8402A61D465}" type="doc">
      <dgm:prSet loTypeId="urn:microsoft.com/office/officeart/2005/8/layout/hChevron3" loCatId="process" qsTypeId="urn:microsoft.com/office/officeart/2005/8/quickstyle/simple1" qsCatId="simple" csTypeId="urn:microsoft.com/office/officeart/2005/8/colors/accent1_2" csCatId="accent1" phldr="1"/>
      <dgm:spPr/>
    </dgm:pt>
    <dgm:pt modelId="{1CC226E6-C1E2-4F21-AD9D-DDD737825A1F}">
      <dgm:prSet phldrT="[Text]" custT="1"/>
      <dgm:spPr>
        <a:solidFill>
          <a:schemeClr val="accent1">
            <a:lumMod val="75000"/>
          </a:schemeClr>
        </a:solidFill>
      </dgm:spPr>
      <dgm:t>
        <a:bodyPr/>
        <a:lstStyle/>
        <a:p>
          <a:r>
            <a:rPr lang="en-MY" sz="1400" b="1" dirty="0">
              <a:latin typeface="Trebuchet MS" panose="020B0603020202020204" pitchFamily="34" charset="0"/>
            </a:rPr>
            <a:t>Manage xx</a:t>
          </a:r>
        </a:p>
      </dgm:t>
    </dgm:pt>
    <dgm:pt modelId="{C8DF2068-0FD8-4AE2-AF64-80CACCC622D3}" type="parTrans" cxnId="{DB545478-FF71-41E8-AB0E-0090A45B6A4D}">
      <dgm:prSet/>
      <dgm:spPr/>
      <dgm:t>
        <a:bodyPr/>
        <a:lstStyle/>
        <a:p>
          <a:endParaRPr lang="en-MY" sz="1400" b="1">
            <a:latin typeface="Trebuchet MS" panose="020B0603020202020204" pitchFamily="34" charset="0"/>
          </a:endParaRPr>
        </a:p>
      </dgm:t>
    </dgm:pt>
    <dgm:pt modelId="{200CBC7C-61B3-4CE8-ACFE-C175C21FB5AF}" type="sibTrans" cxnId="{DB545478-FF71-41E8-AB0E-0090A45B6A4D}">
      <dgm:prSet/>
      <dgm:spPr/>
      <dgm:t>
        <a:bodyPr/>
        <a:lstStyle/>
        <a:p>
          <a:endParaRPr lang="en-MY" sz="1400" b="1">
            <a:latin typeface="Trebuchet MS" panose="020B0603020202020204" pitchFamily="34" charset="0"/>
          </a:endParaRPr>
        </a:p>
      </dgm:t>
    </dgm:pt>
    <dgm:pt modelId="{6407293B-D162-4A45-A35A-D5293A319939}">
      <dgm:prSet phldrT="[Text]" custT="1"/>
      <dgm:spPr>
        <a:solidFill>
          <a:schemeClr val="accent1">
            <a:lumMod val="75000"/>
          </a:schemeClr>
        </a:solidFill>
      </dgm:spPr>
      <dgm:t>
        <a:bodyPr/>
        <a:lstStyle/>
        <a:p>
          <a:r>
            <a:rPr lang="en-GB" sz="1400" b="1" dirty="0">
              <a:latin typeface="Trebuchet MS" panose="020B0603020202020204" pitchFamily="34" charset="0"/>
            </a:rPr>
            <a:t>Manage xx</a:t>
          </a:r>
        </a:p>
      </dgm:t>
    </dgm:pt>
    <dgm:pt modelId="{F5A3CE12-244C-4E12-B25B-61EF1C89D826}" type="parTrans" cxnId="{D656FE4C-A802-4C3F-90F4-7E3AE2C02994}">
      <dgm:prSet/>
      <dgm:spPr/>
      <dgm:t>
        <a:bodyPr/>
        <a:lstStyle/>
        <a:p>
          <a:endParaRPr lang="en-MY" sz="1400" b="1">
            <a:latin typeface="Trebuchet MS" panose="020B0603020202020204" pitchFamily="34" charset="0"/>
          </a:endParaRPr>
        </a:p>
      </dgm:t>
    </dgm:pt>
    <dgm:pt modelId="{B4D110B6-CA72-4DD7-A3C7-E740323B95FC}" type="sibTrans" cxnId="{D656FE4C-A802-4C3F-90F4-7E3AE2C02994}">
      <dgm:prSet/>
      <dgm:spPr/>
      <dgm:t>
        <a:bodyPr/>
        <a:lstStyle/>
        <a:p>
          <a:endParaRPr lang="en-MY" sz="1400" b="1">
            <a:latin typeface="Trebuchet MS" panose="020B0603020202020204" pitchFamily="34" charset="0"/>
          </a:endParaRPr>
        </a:p>
      </dgm:t>
    </dgm:pt>
    <dgm:pt modelId="{8B18AA6B-DF45-4545-9468-8DA3BF34DFF0}">
      <dgm:prSet phldrT="[Text]" custT="1"/>
      <dgm:spPr>
        <a:solidFill>
          <a:schemeClr val="accent1">
            <a:lumMod val="75000"/>
          </a:schemeClr>
        </a:solidFill>
      </dgm:spPr>
      <dgm:t>
        <a:bodyPr/>
        <a:lstStyle/>
        <a:p>
          <a:r>
            <a:rPr lang="en-GB" sz="1400" b="1" dirty="0">
              <a:latin typeface="Trebuchet MS" panose="020B0603020202020204" pitchFamily="34" charset="0"/>
            </a:rPr>
            <a:t>Manage xx</a:t>
          </a:r>
        </a:p>
      </dgm:t>
    </dgm:pt>
    <dgm:pt modelId="{2B3222A4-2ACD-4270-8D6A-A7A3170B1E7F}" type="parTrans" cxnId="{A102CDC1-C853-48B1-A385-774486E5C7C0}">
      <dgm:prSet/>
      <dgm:spPr/>
      <dgm:t>
        <a:bodyPr/>
        <a:lstStyle/>
        <a:p>
          <a:endParaRPr lang="en-MY" sz="1400" b="1">
            <a:latin typeface="Trebuchet MS" panose="020B0603020202020204" pitchFamily="34" charset="0"/>
          </a:endParaRPr>
        </a:p>
      </dgm:t>
    </dgm:pt>
    <dgm:pt modelId="{031C3A5F-7D5A-49C7-BE8E-AA5B64CAE97A}" type="sibTrans" cxnId="{A102CDC1-C853-48B1-A385-774486E5C7C0}">
      <dgm:prSet/>
      <dgm:spPr/>
      <dgm:t>
        <a:bodyPr/>
        <a:lstStyle/>
        <a:p>
          <a:endParaRPr lang="en-MY" sz="1400" b="1">
            <a:latin typeface="Trebuchet MS" panose="020B0603020202020204" pitchFamily="34" charset="0"/>
          </a:endParaRPr>
        </a:p>
      </dgm:t>
    </dgm:pt>
    <dgm:pt modelId="{1F944894-70BD-44EB-9305-6276B207CD40}">
      <dgm:prSet custT="1"/>
      <dgm:spPr>
        <a:solidFill>
          <a:schemeClr val="accent1">
            <a:lumMod val="75000"/>
          </a:schemeClr>
        </a:solidFill>
      </dgm:spPr>
      <dgm:t>
        <a:bodyPr/>
        <a:lstStyle/>
        <a:p>
          <a:r>
            <a:rPr lang="en-GB" sz="1400" b="1" dirty="0">
              <a:latin typeface="Trebuchet MS" panose="020B0603020202020204" pitchFamily="34" charset="0"/>
            </a:rPr>
            <a:t>Manage xx</a:t>
          </a:r>
        </a:p>
      </dgm:t>
    </dgm:pt>
    <dgm:pt modelId="{8484B57D-BBF6-49C4-BCCD-FA29C0616D4D}" type="parTrans" cxnId="{E348DD84-86FC-4517-A520-5E73F74EC79F}">
      <dgm:prSet/>
      <dgm:spPr/>
      <dgm:t>
        <a:bodyPr/>
        <a:lstStyle/>
        <a:p>
          <a:endParaRPr lang="en-MY" b="1"/>
        </a:p>
      </dgm:t>
    </dgm:pt>
    <dgm:pt modelId="{648A3D40-C1B2-4DFC-821C-3D4DDC97B4EB}" type="sibTrans" cxnId="{E348DD84-86FC-4517-A520-5E73F74EC79F}">
      <dgm:prSet/>
      <dgm:spPr/>
      <dgm:t>
        <a:bodyPr/>
        <a:lstStyle/>
        <a:p>
          <a:endParaRPr lang="en-MY" b="1"/>
        </a:p>
      </dgm:t>
    </dgm:pt>
    <dgm:pt modelId="{57CAA89E-972E-43C4-98CC-75D39F190505}">
      <dgm:prSet custT="1"/>
      <dgm:spPr>
        <a:solidFill>
          <a:schemeClr val="accent1">
            <a:lumMod val="75000"/>
          </a:schemeClr>
        </a:solidFill>
      </dgm:spPr>
      <dgm:t>
        <a:bodyPr/>
        <a:lstStyle/>
        <a:p>
          <a:r>
            <a:rPr lang="en-GB" sz="1400" b="1" dirty="0">
              <a:latin typeface="Trebuchet MS" panose="020B0603020202020204" pitchFamily="34" charset="0"/>
            </a:rPr>
            <a:t>Manage xx</a:t>
          </a:r>
        </a:p>
      </dgm:t>
    </dgm:pt>
    <dgm:pt modelId="{8CC0AB47-AB68-4144-9B2D-74ED868E406F}" type="parTrans" cxnId="{E341E031-D383-40FB-A633-CC28B6F70FB1}">
      <dgm:prSet/>
      <dgm:spPr/>
      <dgm:t>
        <a:bodyPr/>
        <a:lstStyle/>
        <a:p>
          <a:endParaRPr lang="en-MY" b="1"/>
        </a:p>
      </dgm:t>
    </dgm:pt>
    <dgm:pt modelId="{17A3B5D1-CD18-4999-8FA1-227F095AD881}" type="sibTrans" cxnId="{E341E031-D383-40FB-A633-CC28B6F70FB1}">
      <dgm:prSet/>
      <dgm:spPr/>
      <dgm:t>
        <a:bodyPr/>
        <a:lstStyle/>
        <a:p>
          <a:endParaRPr lang="en-MY" b="1"/>
        </a:p>
      </dgm:t>
    </dgm:pt>
    <dgm:pt modelId="{6A2A13B8-3B31-4FFC-B858-FE678B769871}" type="pres">
      <dgm:prSet presAssocID="{298D4A44-BA00-45C9-BEAE-D8402A61D465}" presName="Name0" presStyleCnt="0">
        <dgm:presLayoutVars>
          <dgm:dir/>
          <dgm:resizeHandles val="exact"/>
        </dgm:presLayoutVars>
      </dgm:prSet>
      <dgm:spPr/>
    </dgm:pt>
    <dgm:pt modelId="{1EA69E5C-D40E-4E4A-9F89-788F4E2272CD}" type="pres">
      <dgm:prSet presAssocID="{1CC226E6-C1E2-4F21-AD9D-DDD737825A1F}" presName="parTxOnly" presStyleLbl="node1" presStyleIdx="0" presStyleCnt="5">
        <dgm:presLayoutVars>
          <dgm:bulletEnabled val="1"/>
        </dgm:presLayoutVars>
      </dgm:prSet>
      <dgm:spPr/>
    </dgm:pt>
    <dgm:pt modelId="{FE7C83AD-5661-4635-B559-2177F6436C4C}" type="pres">
      <dgm:prSet presAssocID="{200CBC7C-61B3-4CE8-ACFE-C175C21FB5AF}" presName="parSpace" presStyleCnt="0"/>
      <dgm:spPr/>
    </dgm:pt>
    <dgm:pt modelId="{2917096E-688C-4A50-B993-688A6ACAB6AE}" type="pres">
      <dgm:prSet presAssocID="{6407293B-D162-4A45-A35A-D5293A319939}" presName="parTxOnly" presStyleLbl="node1" presStyleIdx="1" presStyleCnt="5">
        <dgm:presLayoutVars>
          <dgm:bulletEnabled val="1"/>
        </dgm:presLayoutVars>
      </dgm:prSet>
      <dgm:spPr/>
    </dgm:pt>
    <dgm:pt modelId="{DE0037C6-5470-40D7-BBE0-829C9FB25D80}" type="pres">
      <dgm:prSet presAssocID="{B4D110B6-CA72-4DD7-A3C7-E740323B95FC}" presName="parSpace" presStyleCnt="0"/>
      <dgm:spPr/>
    </dgm:pt>
    <dgm:pt modelId="{B6FBD279-6BCB-4705-9318-971CCC064E34}" type="pres">
      <dgm:prSet presAssocID="{1F944894-70BD-44EB-9305-6276B207CD40}" presName="parTxOnly" presStyleLbl="node1" presStyleIdx="2" presStyleCnt="5">
        <dgm:presLayoutVars>
          <dgm:bulletEnabled val="1"/>
        </dgm:presLayoutVars>
      </dgm:prSet>
      <dgm:spPr/>
    </dgm:pt>
    <dgm:pt modelId="{5B6166DA-2113-4528-886A-FCFDDB2BBCF9}" type="pres">
      <dgm:prSet presAssocID="{648A3D40-C1B2-4DFC-821C-3D4DDC97B4EB}" presName="parSpace" presStyleCnt="0"/>
      <dgm:spPr/>
    </dgm:pt>
    <dgm:pt modelId="{0BB91BA5-BA4C-4DB5-80A9-88BE35ABC8D3}" type="pres">
      <dgm:prSet presAssocID="{57CAA89E-972E-43C4-98CC-75D39F190505}" presName="parTxOnly" presStyleLbl="node1" presStyleIdx="3" presStyleCnt="5">
        <dgm:presLayoutVars>
          <dgm:bulletEnabled val="1"/>
        </dgm:presLayoutVars>
      </dgm:prSet>
      <dgm:spPr/>
    </dgm:pt>
    <dgm:pt modelId="{B88EA773-0312-4868-AF58-4D3267590AB1}" type="pres">
      <dgm:prSet presAssocID="{17A3B5D1-CD18-4999-8FA1-227F095AD881}" presName="parSpace" presStyleCnt="0"/>
      <dgm:spPr/>
    </dgm:pt>
    <dgm:pt modelId="{C0A7691F-EE36-4266-A9EC-842558D03EE2}" type="pres">
      <dgm:prSet presAssocID="{8B18AA6B-DF45-4545-9468-8DA3BF34DFF0}" presName="parTxOnly" presStyleLbl="node1" presStyleIdx="4" presStyleCnt="5">
        <dgm:presLayoutVars>
          <dgm:bulletEnabled val="1"/>
        </dgm:presLayoutVars>
      </dgm:prSet>
      <dgm:spPr/>
    </dgm:pt>
  </dgm:ptLst>
  <dgm:cxnLst>
    <dgm:cxn modelId="{DE092E06-EB8E-422A-8CA2-C73AEBA6B5A5}" type="presOf" srcId="{57CAA89E-972E-43C4-98CC-75D39F190505}" destId="{0BB91BA5-BA4C-4DB5-80A9-88BE35ABC8D3}" srcOrd="0" destOrd="0" presId="urn:microsoft.com/office/officeart/2005/8/layout/hChevron3"/>
    <dgm:cxn modelId="{912D4221-A7C4-4287-97DC-C9CF389D8FE8}" type="presOf" srcId="{8B18AA6B-DF45-4545-9468-8DA3BF34DFF0}" destId="{C0A7691F-EE36-4266-A9EC-842558D03EE2}" srcOrd="0" destOrd="0" presId="urn:microsoft.com/office/officeart/2005/8/layout/hChevron3"/>
    <dgm:cxn modelId="{9898792B-847F-443C-993B-CE328E5138D6}" type="presOf" srcId="{1CC226E6-C1E2-4F21-AD9D-DDD737825A1F}" destId="{1EA69E5C-D40E-4E4A-9F89-788F4E2272CD}" srcOrd="0" destOrd="0" presId="urn:microsoft.com/office/officeart/2005/8/layout/hChevron3"/>
    <dgm:cxn modelId="{E341E031-D383-40FB-A633-CC28B6F70FB1}" srcId="{298D4A44-BA00-45C9-BEAE-D8402A61D465}" destId="{57CAA89E-972E-43C4-98CC-75D39F190505}" srcOrd="3" destOrd="0" parTransId="{8CC0AB47-AB68-4144-9B2D-74ED868E406F}" sibTransId="{17A3B5D1-CD18-4999-8FA1-227F095AD881}"/>
    <dgm:cxn modelId="{D656FE4C-A802-4C3F-90F4-7E3AE2C02994}" srcId="{298D4A44-BA00-45C9-BEAE-D8402A61D465}" destId="{6407293B-D162-4A45-A35A-D5293A319939}" srcOrd="1" destOrd="0" parTransId="{F5A3CE12-244C-4E12-B25B-61EF1C89D826}" sibTransId="{B4D110B6-CA72-4DD7-A3C7-E740323B95FC}"/>
    <dgm:cxn modelId="{DB545478-FF71-41E8-AB0E-0090A45B6A4D}" srcId="{298D4A44-BA00-45C9-BEAE-D8402A61D465}" destId="{1CC226E6-C1E2-4F21-AD9D-DDD737825A1F}" srcOrd="0" destOrd="0" parTransId="{C8DF2068-0FD8-4AE2-AF64-80CACCC622D3}" sibTransId="{200CBC7C-61B3-4CE8-ACFE-C175C21FB5AF}"/>
    <dgm:cxn modelId="{E348DD84-86FC-4517-A520-5E73F74EC79F}" srcId="{298D4A44-BA00-45C9-BEAE-D8402A61D465}" destId="{1F944894-70BD-44EB-9305-6276B207CD40}" srcOrd="2" destOrd="0" parTransId="{8484B57D-BBF6-49C4-BCCD-FA29C0616D4D}" sibTransId="{648A3D40-C1B2-4DFC-821C-3D4DDC97B4EB}"/>
    <dgm:cxn modelId="{EA2D0C98-8C4E-42BE-9D1F-1000C131691F}" type="presOf" srcId="{298D4A44-BA00-45C9-BEAE-D8402A61D465}" destId="{6A2A13B8-3B31-4FFC-B858-FE678B769871}" srcOrd="0" destOrd="0" presId="urn:microsoft.com/office/officeart/2005/8/layout/hChevron3"/>
    <dgm:cxn modelId="{7C3C6FBC-28A3-4DE9-9F66-AFC7EE8B08F7}" type="presOf" srcId="{6407293B-D162-4A45-A35A-D5293A319939}" destId="{2917096E-688C-4A50-B993-688A6ACAB6AE}" srcOrd="0" destOrd="0" presId="urn:microsoft.com/office/officeart/2005/8/layout/hChevron3"/>
    <dgm:cxn modelId="{A102CDC1-C853-48B1-A385-774486E5C7C0}" srcId="{298D4A44-BA00-45C9-BEAE-D8402A61D465}" destId="{8B18AA6B-DF45-4545-9468-8DA3BF34DFF0}" srcOrd="4" destOrd="0" parTransId="{2B3222A4-2ACD-4270-8D6A-A7A3170B1E7F}" sibTransId="{031C3A5F-7D5A-49C7-BE8E-AA5B64CAE97A}"/>
    <dgm:cxn modelId="{67134EDD-EAEC-4BFE-91B4-6733C9E52448}" type="presOf" srcId="{1F944894-70BD-44EB-9305-6276B207CD40}" destId="{B6FBD279-6BCB-4705-9318-971CCC064E34}" srcOrd="0" destOrd="0" presId="urn:microsoft.com/office/officeart/2005/8/layout/hChevron3"/>
    <dgm:cxn modelId="{7E977D33-C8AA-4170-B7D1-326B06750586}" type="presParOf" srcId="{6A2A13B8-3B31-4FFC-B858-FE678B769871}" destId="{1EA69E5C-D40E-4E4A-9F89-788F4E2272CD}" srcOrd="0" destOrd="0" presId="urn:microsoft.com/office/officeart/2005/8/layout/hChevron3"/>
    <dgm:cxn modelId="{709723C1-9384-4615-B7CF-0683675E941A}" type="presParOf" srcId="{6A2A13B8-3B31-4FFC-B858-FE678B769871}" destId="{FE7C83AD-5661-4635-B559-2177F6436C4C}" srcOrd="1" destOrd="0" presId="urn:microsoft.com/office/officeart/2005/8/layout/hChevron3"/>
    <dgm:cxn modelId="{3AB757D9-5864-434E-AB52-DF107319C6A4}" type="presParOf" srcId="{6A2A13B8-3B31-4FFC-B858-FE678B769871}" destId="{2917096E-688C-4A50-B993-688A6ACAB6AE}" srcOrd="2" destOrd="0" presId="urn:microsoft.com/office/officeart/2005/8/layout/hChevron3"/>
    <dgm:cxn modelId="{450BC91F-D5ED-4C53-949C-F2351CEFE0A4}" type="presParOf" srcId="{6A2A13B8-3B31-4FFC-B858-FE678B769871}" destId="{DE0037C6-5470-40D7-BBE0-829C9FB25D80}" srcOrd="3" destOrd="0" presId="urn:microsoft.com/office/officeart/2005/8/layout/hChevron3"/>
    <dgm:cxn modelId="{37988B60-333B-4EF5-B869-A1C6692786A8}" type="presParOf" srcId="{6A2A13B8-3B31-4FFC-B858-FE678B769871}" destId="{B6FBD279-6BCB-4705-9318-971CCC064E34}" srcOrd="4" destOrd="0" presId="urn:microsoft.com/office/officeart/2005/8/layout/hChevron3"/>
    <dgm:cxn modelId="{D5D71B19-44EC-4EF5-B8B1-5ADA0DC4BCD9}" type="presParOf" srcId="{6A2A13B8-3B31-4FFC-B858-FE678B769871}" destId="{5B6166DA-2113-4528-886A-FCFDDB2BBCF9}" srcOrd="5" destOrd="0" presId="urn:microsoft.com/office/officeart/2005/8/layout/hChevron3"/>
    <dgm:cxn modelId="{4C88C601-A714-4BF3-BC61-7795EB10B899}" type="presParOf" srcId="{6A2A13B8-3B31-4FFC-B858-FE678B769871}" destId="{0BB91BA5-BA4C-4DB5-80A9-88BE35ABC8D3}" srcOrd="6" destOrd="0" presId="urn:microsoft.com/office/officeart/2005/8/layout/hChevron3"/>
    <dgm:cxn modelId="{FF24B3E4-B711-4887-9F7C-055DD64C7B3E}" type="presParOf" srcId="{6A2A13B8-3B31-4FFC-B858-FE678B769871}" destId="{B88EA773-0312-4868-AF58-4D3267590AB1}" srcOrd="7" destOrd="0" presId="urn:microsoft.com/office/officeart/2005/8/layout/hChevron3"/>
    <dgm:cxn modelId="{AC44EB97-C8A4-4BE8-A14E-8826EE2D7C70}" type="presParOf" srcId="{6A2A13B8-3B31-4FFC-B858-FE678B769871}" destId="{C0A7691F-EE36-4266-A9EC-842558D03EE2}" srcOrd="8"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8C48A2-14E6-45DD-9144-699D9A0012FF}">
      <dsp:nvSpPr>
        <dsp:cNvPr id="0" name=""/>
        <dsp:cNvSpPr/>
      </dsp:nvSpPr>
      <dsp:spPr>
        <a:xfrm>
          <a:off x="0" y="0"/>
          <a:ext cx="2242292" cy="940829"/>
        </a:xfrm>
        <a:prstGeom prst="homePlate">
          <a:avLst/>
        </a:prstGeom>
        <a:solidFill>
          <a:srgbClr val="37609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676" tIns="37338" rIns="18669" bIns="37338" numCol="1" spcCol="1270" anchor="ctr" anchorCtr="0">
          <a:noAutofit/>
        </a:bodyPr>
        <a:lstStyle/>
        <a:p>
          <a:pPr marL="0" lvl="0" indent="0" algn="ctr" defTabSz="622300">
            <a:lnSpc>
              <a:spcPct val="90000"/>
            </a:lnSpc>
            <a:spcBef>
              <a:spcPct val="0"/>
            </a:spcBef>
            <a:spcAft>
              <a:spcPct val="35000"/>
            </a:spcAft>
            <a:buNone/>
          </a:pPr>
          <a:r>
            <a:rPr lang="en-GB" sz="1400" kern="1200" dirty="0">
              <a:solidFill>
                <a:sysClr val="window" lastClr="FFFFFF"/>
              </a:solidFill>
              <a:latin typeface="Trebuchet MS" panose="020B0603020202020204" pitchFamily="34" charset="0"/>
              <a:ea typeface="+mn-ea"/>
              <a:cs typeface="Times New Roman" panose="02020603050405020304" pitchFamily="18" charset="0"/>
            </a:rPr>
            <a:t>Manage xx </a:t>
          </a:r>
          <a:endParaRPr lang="en-MY" sz="1400" kern="1200" dirty="0">
            <a:solidFill>
              <a:sysClr val="window" lastClr="FFFFFF"/>
            </a:solidFill>
            <a:latin typeface="Trebuchet MS" panose="020B0603020202020204"/>
            <a:ea typeface="+mn-ea"/>
            <a:cs typeface="+mn-cs"/>
          </a:endParaRPr>
        </a:p>
      </dsp:txBody>
      <dsp:txXfrm>
        <a:off x="0" y="0"/>
        <a:ext cx="2007085" cy="940829"/>
      </dsp:txXfrm>
    </dsp:sp>
    <dsp:sp modelId="{065ECCEB-4D35-45E2-81B2-7BA4D47EF0CF}">
      <dsp:nvSpPr>
        <dsp:cNvPr id="0" name=""/>
        <dsp:cNvSpPr/>
      </dsp:nvSpPr>
      <dsp:spPr>
        <a:xfrm>
          <a:off x="1799570" y="0"/>
          <a:ext cx="2288595" cy="937161"/>
        </a:xfrm>
        <a:prstGeom prst="chevron">
          <a:avLst/>
        </a:prstGeom>
        <a:solidFill>
          <a:srgbClr val="37609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GB" sz="1400" kern="1200" dirty="0">
              <a:solidFill>
                <a:sysClr val="window" lastClr="FFFFFF"/>
              </a:solidFill>
              <a:latin typeface="Trebuchet MS" panose="020B0603020202020204" pitchFamily="34" charset="0"/>
              <a:ea typeface="+mn-ea"/>
              <a:cs typeface="Times New Roman" panose="02020603050405020304" pitchFamily="18" charset="0"/>
            </a:rPr>
            <a:t>Manage xx</a:t>
          </a:r>
        </a:p>
      </dsp:txBody>
      <dsp:txXfrm>
        <a:off x="2268151" y="0"/>
        <a:ext cx="1351434" cy="937161"/>
      </dsp:txXfrm>
    </dsp:sp>
    <dsp:sp modelId="{41B984E9-E406-4E1C-8ABC-BD836E472AB6}">
      <dsp:nvSpPr>
        <dsp:cNvPr id="0" name=""/>
        <dsp:cNvSpPr/>
      </dsp:nvSpPr>
      <dsp:spPr>
        <a:xfrm>
          <a:off x="3639707" y="1833"/>
          <a:ext cx="2242292" cy="937161"/>
        </a:xfrm>
        <a:prstGeom prst="chevron">
          <a:avLst/>
        </a:prstGeom>
        <a:solidFill>
          <a:srgbClr val="37609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GB" sz="1400" kern="1200" dirty="0">
              <a:solidFill>
                <a:sysClr val="window" lastClr="FFFFFF"/>
              </a:solidFill>
              <a:latin typeface="Trebuchet MS" panose="020B0603020202020204" pitchFamily="34" charset="0"/>
              <a:ea typeface="+mn-ea"/>
              <a:cs typeface="Times New Roman" panose="02020603050405020304" pitchFamily="18" charset="0"/>
            </a:rPr>
            <a:t>Manage xx </a:t>
          </a:r>
        </a:p>
      </dsp:txBody>
      <dsp:txXfrm>
        <a:off x="4108288" y="1833"/>
        <a:ext cx="1305131" cy="937161"/>
      </dsp:txXfrm>
    </dsp:sp>
    <dsp:sp modelId="{896AE9A2-F708-4127-A83A-6454982FFD96}">
      <dsp:nvSpPr>
        <dsp:cNvPr id="0" name=""/>
        <dsp:cNvSpPr/>
      </dsp:nvSpPr>
      <dsp:spPr>
        <a:xfrm>
          <a:off x="5433541" y="1833"/>
          <a:ext cx="2242292" cy="937161"/>
        </a:xfrm>
        <a:prstGeom prst="chevron">
          <a:avLst/>
        </a:prstGeom>
        <a:solidFill>
          <a:srgbClr val="37609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GB" sz="1400" kern="1200" dirty="0">
              <a:solidFill>
                <a:sysClr val="window" lastClr="FFFFFF"/>
              </a:solidFill>
              <a:latin typeface="Trebuchet MS" panose="020B0603020202020204" pitchFamily="34" charset="0"/>
              <a:ea typeface="+mn-ea"/>
              <a:cs typeface="Times New Roman" panose="02020603050405020304" pitchFamily="18" charset="0"/>
            </a:rPr>
            <a:t>Manage xx</a:t>
          </a:r>
        </a:p>
      </dsp:txBody>
      <dsp:txXfrm>
        <a:off x="5902122" y="1833"/>
        <a:ext cx="1305131" cy="937161"/>
      </dsp:txXfrm>
    </dsp:sp>
    <dsp:sp modelId="{998DF731-A5D6-4FC7-895B-543DDD5BFC60}">
      <dsp:nvSpPr>
        <dsp:cNvPr id="0" name=""/>
        <dsp:cNvSpPr/>
      </dsp:nvSpPr>
      <dsp:spPr>
        <a:xfrm>
          <a:off x="7227375" y="0"/>
          <a:ext cx="2242292" cy="940829"/>
        </a:xfrm>
        <a:prstGeom prst="chevron">
          <a:avLst/>
        </a:prstGeom>
        <a:solidFill>
          <a:srgbClr val="37609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GB" sz="1400" kern="1200" dirty="0">
              <a:solidFill>
                <a:sysClr val="window" lastClr="FFFFFF"/>
              </a:solidFill>
              <a:latin typeface="Trebuchet MS" panose="020B0603020202020204" pitchFamily="34" charset="0"/>
              <a:ea typeface="+mn-ea"/>
              <a:cs typeface="Times New Roman" panose="02020603050405020304" pitchFamily="18" charset="0"/>
            </a:rPr>
            <a:t>Manage xx</a:t>
          </a:r>
        </a:p>
      </dsp:txBody>
      <dsp:txXfrm>
        <a:off x="7697790" y="0"/>
        <a:ext cx="1301463" cy="940829"/>
      </dsp:txXfrm>
    </dsp:sp>
    <dsp:sp modelId="{DAA38488-7EDE-459C-A8F7-C41EB94EC18E}">
      <dsp:nvSpPr>
        <dsp:cNvPr id="0" name=""/>
        <dsp:cNvSpPr/>
      </dsp:nvSpPr>
      <dsp:spPr>
        <a:xfrm>
          <a:off x="9021209" y="0"/>
          <a:ext cx="2242292" cy="940829"/>
        </a:xfrm>
        <a:prstGeom prst="chevron">
          <a:avLst/>
        </a:prstGeom>
        <a:solidFill>
          <a:srgbClr val="37609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GB" sz="1400" kern="1200" dirty="0">
              <a:solidFill>
                <a:sysClr val="window" lastClr="FFFFFF"/>
              </a:solidFill>
              <a:latin typeface="Trebuchet MS" panose="020B0603020202020204" pitchFamily="34" charset="0"/>
              <a:ea typeface="+mn-ea"/>
              <a:cs typeface="Times New Roman" panose="02020603050405020304" pitchFamily="18" charset="0"/>
            </a:rPr>
            <a:t>Manage xx</a:t>
          </a:r>
        </a:p>
      </dsp:txBody>
      <dsp:txXfrm>
        <a:off x="9491624" y="0"/>
        <a:ext cx="1301463" cy="9408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A69E5C-D40E-4E4A-9F89-788F4E2272CD}">
      <dsp:nvSpPr>
        <dsp:cNvPr id="0" name=""/>
        <dsp:cNvSpPr/>
      </dsp:nvSpPr>
      <dsp:spPr>
        <a:xfrm>
          <a:off x="1259" y="312177"/>
          <a:ext cx="2456932" cy="982772"/>
        </a:xfrm>
        <a:prstGeom prst="homePlat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676" tIns="37338" rIns="18669" bIns="37338" numCol="1" spcCol="1270" anchor="ctr" anchorCtr="0">
          <a:noAutofit/>
        </a:bodyPr>
        <a:lstStyle/>
        <a:p>
          <a:pPr marL="0" lvl="0" indent="0" algn="ctr" defTabSz="622300">
            <a:lnSpc>
              <a:spcPct val="90000"/>
            </a:lnSpc>
            <a:spcBef>
              <a:spcPct val="0"/>
            </a:spcBef>
            <a:spcAft>
              <a:spcPct val="35000"/>
            </a:spcAft>
            <a:buNone/>
          </a:pPr>
          <a:r>
            <a:rPr lang="en-MY" sz="1400" b="1" kern="1200" dirty="0">
              <a:latin typeface="Trebuchet MS" panose="020B0603020202020204" pitchFamily="34" charset="0"/>
            </a:rPr>
            <a:t>Manage xx</a:t>
          </a:r>
        </a:p>
      </dsp:txBody>
      <dsp:txXfrm>
        <a:off x="1259" y="312177"/>
        <a:ext cx="2211239" cy="982772"/>
      </dsp:txXfrm>
    </dsp:sp>
    <dsp:sp modelId="{2917096E-688C-4A50-B993-688A6ACAB6AE}">
      <dsp:nvSpPr>
        <dsp:cNvPr id="0" name=""/>
        <dsp:cNvSpPr/>
      </dsp:nvSpPr>
      <dsp:spPr>
        <a:xfrm>
          <a:off x="1966805" y="312177"/>
          <a:ext cx="2456932" cy="982772"/>
        </a:xfrm>
        <a:prstGeom prst="chevron">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GB" sz="1400" b="1" kern="1200" dirty="0">
              <a:latin typeface="Trebuchet MS" panose="020B0603020202020204" pitchFamily="34" charset="0"/>
            </a:rPr>
            <a:t>Manage xx</a:t>
          </a:r>
        </a:p>
      </dsp:txBody>
      <dsp:txXfrm>
        <a:off x="2458191" y="312177"/>
        <a:ext cx="1474160" cy="982772"/>
      </dsp:txXfrm>
    </dsp:sp>
    <dsp:sp modelId="{B6FBD279-6BCB-4705-9318-971CCC064E34}">
      <dsp:nvSpPr>
        <dsp:cNvPr id="0" name=""/>
        <dsp:cNvSpPr/>
      </dsp:nvSpPr>
      <dsp:spPr>
        <a:xfrm>
          <a:off x="3932351" y="312177"/>
          <a:ext cx="2456932" cy="982772"/>
        </a:xfrm>
        <a:prstGeom prst="chevron">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GB" sz="1400" b="1" kern="1200" dirty="0">
              <a:latin typeface="Trebuchet MS" panose="020B0603020202020204" pitchFamily="34" charset="0"/>
            </a:rPr>
            <a:t>Manage xx</a:t>
          </a:r>
        </a:p>
      </dsp:txBody>
      <dsp:txXfrm>
        <a:off x="4423737" y="312177"/>
        <a:ext cx="1474160" cy="982772"/>
      </dsp:txXfrm>
    </dsp:sp>
    <dsp:sp modelId="{0BB91BA5-BA4C-4DB5-80A9-88BE35ABC8D3}">
      <dsp:nvSpPr>
        <dsp:cNvPr id="0" name=""/>
        <dsp:cNvSpPr/>
      </dsp:nvSpPr>
      <dsp:spPr>
        <a:xfrm>
          <a:off x="5897897" y="312177"/>
          <a:ext cx="2456932" cy="982772"/>
        </a:xfrm>
        <a:prstGeom prst="chevron">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GB" sz="1400" b="1" kern="1200" dirty="0">
              <a:latin typeface="Trebuchet MS" panose="020B0603020202020204" pitchFamily="34" charset="0"/>
            </a:rPr>
            <a:t>Manage xx</a:t>
          </a:r>
        </a:p>
      </dsp:txBody>
      <dsp:txXfrm>
        <a:off x="6389283" y="312177"/>
        <a:ext cx="1474160" cy="982772"/>
      </dsp:txXfrm>
    </dsp:sp>
    <dsp:sp modelId="{C0A7691F-EE36-4266-A9EC-842558D03EE2}">
      <dsp:nvSpPr>
        <dsp:cNvPr id="0" name=""/>
        <dsp:cNvSpPr/>
      </dsp:nvSpPr>
      <dsp:spPr>
        <a:xfrm>
          <a:off x="7863443" y="312177"/>
          <a:ext cx="2456932" cy="982772"/>
        </a:xfrm>
        <a:prstGeom prst="chevron">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GB" sz="1400" b="1" kern="1200" dirty="0">
              <a:latin typeface="Trebuchet MS" panose="020B0603020202020204" pitchFamily="34" charset="0"/>
            </a:rPr>
            <a:t>Manage xx</a:t>
          </a:r>
        </a:p>
      </dsp:txBody>
      <dsp:txXfrm>
        <a:off x="8354829" y="312177"/>
        <a:ext cx="1474160" cy="982772"/>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49A095-51A4-4510-8FDB-BD7AAA7B972A}" type="datetimeFigureOut">
              <a:rPr lang="en-US" smtClean="0"/>
              <a:t>1/26/2026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B8C9C1-7E27-4C74-ACF9-F6C083D0B747}" type="slidenum">
              <a:rPr lang="en-US" smtClean="0"/>
              <a:t>‹#›</a:t>
            </a:fld>
            <a:endParaRPr lang="en-US"/>
          </a:p>
        </p:txBody>
      </p:sp>
    </p:spTree>
    <p:extLst>
      <p:ext uri="{BB962C8B-B14F-4D97-AF65-F5344CB8AC3E}">
        <p14:creationId xmlns:p14="http://schemas.microsoft.com/office/powerpoint/2010/main" val="1676019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B8C9C1-7E27-4C74-ACF9-F6C083D0B74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39537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95C21-B576-4A53-8283-7E8A81CF1F6A}"/>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1DE90FAF-D987-4B45-BA15-02BCA5D7E822}"/>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D0226EE8-0EFC-406A-A400-B427D1842A68}"/>
              </a:ext>
            </a:extLst>
          </p:cNvPr>
          <p:cNvSpPr>
            <a:spLocks noGrp="1"/>
          </p:cNvSpPr>
          <p:nvPr>
            <p:ph type="dt" sz="half" idx="10"/>
          </p:nvPr>
        </p:nvSpPr>
        <p:spPr/>
        <p:txBody>
          <a:bodyPr/>
          <a:lstStyle/>
          <a:p>
            <a:fld id="{A6316263-66E7-4794-BD22-92E88D4BE400}" type="datetimeFigureOut">
              <a:rPr lang="en-GB" smtClean="0"/>
              <a:t>26/01/2026</a:t>
            </a:fld>
            <a:endParaRPr lang="en-GB"/>
          </a:p>
        </p:txBody>
      </p:sp>
      <p:sp>
        <p:nvSpPr>
          <p:cNvPr id="5" name="Footer Placeholder 4">
            <a:extLst>
              <a:ext uri="{FF2B5EF4-FFF2-40B4-BE49-F238E27FC236}">
                <a16:creationId xmlns:a16="http://schemas.microsoft.com/office/drawing/2014/main" id="{D4293BB5-3EF0-4405-8063-C0C543EB87C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74E3A2-4F04-442E-895E-87F30A5B9A2B}"/>
              </a:ext>
            </a:extLst>
          </p:cNvPr>
          <p:cNvSpPr>
            <a:spLocks noGrp="1"/>
          </p:cNvSpPr>
          <p:nvPr>
            <p:ph type="sldNum" sz="quarter" idx="12"/>
          </p:nvPr>
        </p:nvSpPr>
        <p:spPr/>
        <p:txBody>
          <a:bodyPr/>
          <a:lstStyle/>
          <a:p>
            <a:fld id="{A1002C40-A216-4022-A4A1-DAD95010D4DB}" type="slidenum">
              <a:rPr lang="en-GB" smtClean="0"/>
              <a:t>‹#›</a:t>
            </a:fld>
            <a:endParaRPr lang="en-GB"/>
          </a:p>
        </p:txBody>
      </p:sp>
      <p:pic>
        <p:nvPicPr>
          <p:cNvPr id="7" name="Picture 6" descr="Pos Logistics Berhad Company Overview &amp; Details - Maukerja">
            <a:extLst>
              <a:ext uri="{FF2B5EF4-FFF2-40B4-BE49-F238E27FC236}">
                <a16:creationId xmlns:a16="http://schemas.microsoft.com/office/drawing/2014/main" id="{C58AACD3-0185-6C86-B6DD-88E192F4A25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290754" y="136525"/>
            <a:ext cx="1708048" cy="347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604134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rgbClr val="002060"/>
        </a:solidFill>
        <a:effectLst/>
      </p:bgPr>
    </p:bg>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A475B0E6-ADB9-DE5D-881F-05A51B34C8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505" y="99350"/>
            <a:ext cx="12026989" cy="6659300"/>
          </a:xfrm>
          <a:prstGeom prst="rect">
            <a:avLst/>
          </a:prstGeom>
        </p:spPr>
      </p:pic>
      <p:pic>
        <p:nvPicPr>
          <p:cNvPr id="7" name="Picture 6"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 y="4242851"/>
            <a:ext cx="8968084" cy="275942"/>
          </a:xfrm>
          <a:prstGeom prst="rect">
            <a:avLst/>
          </a:prstGeom>
        </p:spPr>
      </p:pic>
      <p:sp>
        <p:nvSpPr>
          <p:cNvPr id="9" name="Rectangle 8"/>
          <p:cNvSpPr/>
          <p:nvPr/>
        </p:nvSpPr>
        <p:spPr bwMode="ltGray">
          <a:xfrm>
            <a:off x="82505" y="1826619"/>
            <a:ext cx="8968085" cy="166033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11977" y="1970250"/>
            <a:ext cx="8144134" cy="1373070"/>
          </a:xfrm>
        </p:spPr>
        <p:txBody>
          <a:bodyPr anchor="b">
            <a:noAutofit/>
          </a:bodyPr>
          <a:lstStyle>
            <a:lvl1pPr algn="r">
              <a:defRPr sz="4400">
                <a:solidFill>
                  <a:schemeClr val="bg1"/>
                </a:solidFill>
              </a:defRPr>
            </a:lvl1pPr>
          </a:lstStyle>
          <a:p>
            <a:r>
              <a:rPr lang="en-US" dirty="0"/>
              <a:t>Click to edit Master title style</a:t>
            </a:r>
          </a:p>
        </p:txBody>
      </p:sp>
      <p:pic>
        <p:nvPicPr>
          <p:cNvPr id="3" name="Picture 2" descr="Pos Logistics Berhad Company Overview &amp; Details - Maukerja">
            <a:extLst>
              <a:ext uri="{FF2B5EF4-FFF2-40B4-BE49-F238E27FC236}">
                <a16:creationId xmlns:a16="http://schemas.microsoft.com/office/drawing/2014/main" id="{6442B433-08F0-6E71-606C-0276978F3B9F}"/>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0290754" y="136525"/>
            <a:ext cx="1708048" cy="347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545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sp>
        <p:nvSpPr>
          <p:cNvPr id="27" name="Rectangle 26"/>
          <p:cNvSpPr>
            <a:spLocks noChangeAspect="1"/>
          </p:cNvSpPr>
          <p:nvPr userDrawn="1"/>
        </p:nvSpPr>
        <p:spPr>
          <a:xfrm>
            <a:off x="0" y="0"/>
            <a:ext cx="12192000" cy="6876690"/>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8" name="Rectangle 27"/>
          <p:cNvSpPr/>
          <p:nvPr userDrawn="1"/>
        </p:nvSpPr>
        <p:spPr>
          <a:xfrm>
            <a:off x="91440" y="91440"/>
            <a:ext cx="11978640" cy="66751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Light"/>
              <a:ea typeface="+mn-ea"/>
              <a:cs typeface="+mn-cs"/>
            </a:endParaRPr>
          </a:p>
        </p:txBody>
      </p:sp>
      <p:pic>
        <p:nvPicPr>
          <p:cNvPr id="7" name="Picture 2" descr="D:\plc\slide in.jpg"/>
          <p:cNvPicPr>
            <a:picLocks noChangeAspect="1" noChangeArrowheads="1"/>
          </p:cNvPicPr>
          <p:nvPr userDrawn="1"/>
        </p:nvPicPr>
        <p:blipFill rotWithShape="1">
          <a:blip r:embed="rId2"/>
          <a:srcRect/>
          <a:stretch>
            <a:fillRect/>
          </a:stretch>
        </p:blipFill>
        <p:spPr bwMode="auto">
          <a:xfrm>
            <a:off x="-19051" y="6781800"/>
            <a:ext cx="12211051" cy="76200"/>
          </a:xfrm>
          <a:prstGeom prst="rect">
            <a:avLst/>
          </a:prstGeom>
          <a:noFill/>
        </p:spPr>
      </p:pic>
      <p:cxnSp>
        <p:nvCxnSpPr>
          <p:cNvPr id="4" name="Straight Connector 3"/>
          <p:cNvCxnSpPr>
            <a:cxnSpLocks/>
          </p:cNvCxnSpPr>
          <p:nvPr userDrawn="1"/>
        </p:nvCxnSpPr>
        <p:spPr>
          <a:xfrm>
            <a:off x="1730145" y="959528"/>
            <a:ext cx="85008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3" name="Table 2"/>
          <p:cNvGraphicFramePr>
            <a:graphicFrameLocks noGrp="1"/>
          </p:cNvGraphicFramePr>
          <p:nvPr userDrawn="1">
            <p:extLst>
              <p:ext uri="{D42A27DB-BD31-4B8C-83A1-F6EECF244321}">
                <p14:modId xmlns:p14="http://schemas.microsoft.com/office/powerpoint/2010/main" val="1354050054"/>
              </p:ext>
            </p:extLst>
          </p:nvPr>
        </p:nvGraphicFramePr>
        <p:xfrm>
          <a:off x="1110344" y="1135798"/>
          <a:ext cx="9120663" cy="1559016"/>
        </p:xfrm>
        <a:graphic>
          <a:graphicData uri="http://schemas.openxmlformats.org/drawingml/2006/table">
            <a:tbl>
              <a:tblPr firstRow="1" firstCol="1" lastRow="1" lastCol="1" bandRow="1" bandCol="1">
                <a:tableStyleId>{5C22544A-7EE6-4342-B048-85BDC9FD1C3A}</a:tableStyleId>
              </a:tblPr>
              <a:tblGrid>
                <a:gridCol w="2534583">
                  <a:extLst>
                    <a:ext uri="{9D8B030D-6E8A-4147-A177-3AD203B41FA5}">
                      <a16:colId xmlns:a16="http://schemas.microsoft.com/office/drawing/2014/main" val="20000"/>
                    </a:ext>
                  </a:extLst>
                </a:gridCol>
                <a:gridCol w="6586080">
                  <a:extLst>
                    <a:ext uri="{9D8B030D-6E8A-4147-A177-3AD203B41FA5}">
                      <a16:colId xmlns:a16="http://schemas.microsoft.com/office/drawing/2014/main" val="20001"/>
                    </a:ext>
                  </a:extLst>
                </a:gridCol>
              </a:tblGrid>
              <a:tr h="519672">
                <a:tc>
                  <a:txBody>
                    <a:bodyPr/>
                    <a:lstStyle/>
                    <a:p>
                      <a:pPr algn="just">
                        <a:lnSpc>
                          <a:spcPct val="115000"/>
                        </a:lnSpc>
                        <a:spcAft>
                          <a:spcPts val="0"/>
                        </a:spcAft>
                      </a:pPr>
                      <a:r>
                        <a:rPr lang="en-US" sz="1200" dirty="0">
                          <a:solidFill>
                            <a:sysClr val="windowText" lastClr="000000"/>
                          </a:solidFill>
                          <a:effectLst/>
                          <a:latin typeface="Trebuchet MS" panose="020B0603020202020204" pitchFamily="34" charset="0"/>
                        </a:rPr>
                        <a:t>Document Title:  </a:t>
                      </a:r>
                      <a:endParaRPr lang="en-GB" sz="1600" dirty="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endParaRPr lang="en-GB" sz="1800" dirty="0">
                        <a:solidFill>
                          <a:sysClr val="windowText" lastClr="000000"/>
                        </a:solidFill>
                        <a:effectLst/>
                        <a:latin typeface="Arial" panose="020B0604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19672">
                <a:tc>
                  <a:txBody>
                    <a:bodyPr/>
                    <a:lstStyle/>
                    <a:p>
                      <a:pPr algn="just">
                        <a:lnSpc>
                          <a:spcPct val="115000"/>
                        </a:lnSpc>
                        <a:spcAft>
                          <a:spcPts val="0"/>
                        </a:spcAft>
                      </a:pPr>
                      <a:r>
                        <a:rPr lang="en-US" sz="1200" dirty="0">
                          <a:solidFill>
                            <a:sysClr val="windowText" lastClr="000000"/>
                          </a:solidFill>
                          <a:effectLst/>
                          <a:latin typeface="Trebuchet MS" panose="020B0603020202020204" pitchFamily="34" charset="0"/>
                        </a:rPr>
                        <a:t>Document Version:</a:t>
                      </a:r>
                      <a:endParaRPr lang="en-GB" sz="1600" dirty="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endParaRPr lang="en-GB" sz="1800" dirty="0">
                        <a:solidFill>
                          <a:sysClr val="windowText" lastClr="000000"/>
                        </a:solidFill>
                        <a:effectLst/>
                        <a:latin typeface="Arial" panose="020B0604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19672">
                <a:tc>
                  <a:txBody>
                    <a:bodyPr/>
                    <a:lstStyle/>
                    <a:p>
                      <a:pPr algn="just">
                        <a:lnSpc>
                          <a:spcPct val="115000"/>
                        </a:lnSpc>
                        <a:spcAft>
                          <a:spcPts val="0"/>
                        </a:spcAft>
                      </a:pPr>
                      <a:r>
                        <a:rPr lang="en-US" sz="1200" dirty="0">
                          <a:solidFill>
                            <a:sysClr val="windowText" lastClr="000000"/>
                          </a:solidFill>
                          <a:effectLst/>
                          <a:latin typeface="Trebuchet MS" panose="020B0603020202020204" pitchFamily="34" charset="0"/>
                        </a:rPr>
                        <a:t>Document Status:</a:t>
                      </a:r>
                      <a:endParaRPr lang="en-GB" sz="1600" dirty="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endParaRPr lang="en-GB" sz="1800" dirty="0">
                        <a:solidFill>
                          <a:sysClr val="windowText" lastClr="000000"/>
                        </a:solidFill>
                        <a:effectLst/>
                        <a:latin typeface="Arial" panose="020B0604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userDrawn="1">
            <p:extLst>
              <p:ext uri="{D42A27DB-BD31-4B8C-83A1-F6EECF244321}">
                <p14:modId xmlns:p14="http://schemas.microsoft.com/office/powerpoint/2010/main" val="1199385072"/>
              </p:ext>
            </p:extLst>
          </p:nvPr>
        </p:nvGraphicFramePr>
        <p:xfrm>
          <a:off x="1110344" y="2895601"/>
          <a:ext cx="9120662" cy="3442060"/>
        </p:xfrm>
        <a:graphic>
          <a:graphicData uri="http://schemas.openxmlformats.org/drawingml/2006/table">
            <a:tbl>
              <a:tblPr firstRow="1" firstCol="1" lastRow="1" lastCol="1" bandRow="1" bandCol="1">
                <a:tableStyleId>{5C22544A-7EE6-4342-B048-85BDC9FD1C3A}</a:tableStyleId>
              </a:tblPr>
              <a:tblGrid>
                <a:gridCol w="1232522">
                  <a:extLst>
                    <a:ext uri="{9D8B030D-6E8A-4147-A177-3AD203B41FA5}">
                      <a16:colId xmlns:a16="http://schemas.microsoft.com/office/drawing/2014/main" val="20000"/>
                    </a:ext>
                  </a:extLst>
                </a:gridCol>
                <a:gridCol w="2739139">
                  <a:extLst>
                    <a:ext uri="{9D8B030D-6E8A-4147-A177-3AD203B41FA5}">
                      <a16:colId xmlns:a16="http://schemas.microsoft.com/office/drawing/2014/main" val="20001"/>
                    </a:ext>
                  </a:extLst>
                </a:gridCol>
                <a:gridCol w="1582686">
                  <a:extLst>
                    <a:ext uri="{9D8B030D-6E8A-4147-A177-3AD203B41FA5}">
                      <a16:colId xmlns:a16="http://schemas.microsoft.com/office/drawing/2014/main" val="20002"/>
                    </a:ext>
                  </a:extLst>
                </a:gridCol>
                <a:gridCol w="2153720">
                  <a:extLst>
                    <a:ext uri="{9D8B030D-6E8A-4147-A177-3AD203B41FA5}">
                      <a16:colId xmlns:a16="http://schemas.microsoft.com/office/drawing/2014/main" val="20003"/>
                    </a:ext>
                  </a:extLst>
                </a:gridCol>
                <a:gridCol w="1412595">
                  <a:extLst>
                    <a:ext uri="{9D8B030D-6E8A-4147-A177-3AD203B41FA5}">
                      <a16:colId xmlns:a16="http://schemas.microsoft.com/office/drawing/2014/main" val="20004"/>
                    </a:ext>
                  </a:extLst>
                </a:gridCol>
              </a:tblGrid>
              <a:tr h="377812">
                <a:tc>
                  <a:txBody>
                    <a:bodyPr/>
                    <a:lstStyle/>
                    <a:p>
                      <a:pPr algn="ctr">
                        <a:lnSpc>
                          <a:spcPct val="115000"/>
                        </a:lnSpc>
                        <a:spcAft>
                          <a:spcPts val="0"/>
                        </a:spcAft>
                      </a:pPr>
                      <a:r>
                        <a:rPr lang="en-US" sz="1200" dirty="0">
                          <a:solidFill>
                            <a:sysClr val="windowText" lastClr="000000"/>
                          </a:solidFill>
                          <a:effectLst/>
                          <a:latin typeface="Trebuchet MS" panose="020B0603020202020204" pitchFamily="34" charset="0"/>
                        </a:rPr>
                        <a:t> </a:t>
                      </a:r>
                      <a:endParaRPr lang="en-GB" sz="1200" dirty="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dirty="0">
                          <a:solidFill>
                            <a:sysClr val="windowText" lastClr="000000"/>
                          </a:solidFill>
                          <a:effectLst/>
                          <a:latin typeface="Trebuchet MS" panose="020B0603020202020204" pitchFamily="34" charset="0"/>
                        </a:rPr>
                        <a:t>Name:</a:t>
                      </a:r>
                      <a:endParaRPr lang="en-GB" sz="1200" dirty="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dirty="0">
                          <a:solidFill>
                            <a:sysClr val="windowText" lastClr="000000"/>
                          </a:solidFill>
                          <a:effectLst/>
                          <a:latin typeface="Trebuchet MS" panose="020B0603020202020204" pitchFamily="34" charset="0"/>
                        </a:rPr>
                        <a:t>Signature:</a:t>
                      </a:r>
                      <a:endParaRPr lang="en-GB" sz="1200" dirty="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a:solidFill>
                            <a:sysClr val="windowText" lastClr="000000"/>
                          </a:solidFill>
                          <a:effectLst/>
                          <a:latin typeface="Trebuchet MS" panose="020B0603020202020204" pitchFamily="34" charset="0"/>
                        </a:rPr>
                        <a:t>Role:</a:t>
                      </a:r>
                      <a:endParaRPr lang="en-GB" sz="120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a:solidFill>
                            <a:sysClr val="windowText" lastClr="000000"/>
                          </a:solidFill>
                          <a:effectLst/>
                          <a:latin typeface="Trebuchet MS" panose="020B0603020202020204" pitchFamily="34" charset="0"/>
                        </a:rPr>
                        <a:t>Date:</a:t>
                      </a:r>
                      <a:endParaRPr lang="en-GB" sz="120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532124">
                <a:tc>
                  <a:txBody>
                    <a:bodyPr/>
                    <a:lstStyle/>
                    <a:p>
                      <a:pPr marL="0" algn="l" defTabSz="914400" rtl="0" eaLnBrk="1" latinLnBrk="0" hangingPunct="1">
                        <a:lnSpc>
                          <a:spcPct val="115000"/>
                        </a:lnSpc>
                        <a:spcAft>
                          <a:spcPts val="0"/>
                        </a:spcAft>
                      </a:pPr>
                      <a:r>
                        <a:rPr lang="en-US" sz="1200" kern="1200" dirty="0">
                          <a:solidFill>
                            <a:schemeClr val="tx1"/>
                          </a:solidFill>
                          <a:latin typeface="Trebuchet MS" panose="020B0603020202020204" pitchFamily="34" charset="0"/>
                          <a:ea typeface="+mn-ea"/>
                          <a:cs typeface="+mn-cs"/>
                        </a:rPr>
                        <a:t>Prepared by:</a:t>
                      </a:r>
                      <a:endParaRPr lang="en-GB" sz="1200" kern="1200" dirty="0">
                        <a:solidFill>
                          <a:schemeClr val="tx1"/>
                        </a:solidFill>
                        <a:latin typeface="Trebuchet MS" panose="020B0603020202020204" pitchFamily="34" charset="0"/>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15000"/>
                        </a:lnSpc>
                        <a:spcAft>
                          <a:spcPts val="0"/>
                        </a:spcAft>
                      </a:pPr>
                      <a:endParaRPr lang="en-GB" sz="1200" kern="1200" dirty="0">
                        <a:solidFill>
                          <a:schemeClr val="tx1"/>
                        </a:solidFill>
                        <a:latin typeface="Trebuchet MS" panose="020B0603020202020204" pitchFamily="34" charset="0"/>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15000"/>
                        </a:lnSpc>
                        <a:spcAft>
                          <a:spcPts val="0"/>
                        </a:spcAft>
                      </a:pPr>
                      <a:r>
                        <a:rPr lang="en-US" sz="1200" kern="1200" dirty="0">
                          <a:solidFill>
                            <a:schemeClr val="tx1"/>
                          </a:solidFill>
                          <a:latin typeface="Trebuchet MS" panose="020B0603020202020204" pitchFamily="34" charset="0"/>
                          <a:ea typeface="+mn-ea"/>
                          <a:cs typeface="+mn-cs"/>
                        </a:rPr>
                        <a:t> </a:t>
                      </a:r>
                      <a:endParaRPr lang="en-GB" sz="1200" kern="1200" dirty="0">
                        <a:solidFill>
                          <a:schemeClr val="tx1"/>
                        </a:solidFill>
                        <a:latin typeface="Trebuchet MS" panose="020B0603020202020204" pitchFamily="34" charset="0"/>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15000"/>
                        </a:lnSpc>
                        <a:spcAft>
                          <a:spcPts val="0"/>
                        </a:spcAft>
                      </a:pPr>
                      <a:r>
                        <a:rPr lang="en-US" sz="1200" kern="1200" dirty="0">
                          <a:solidFill>
                            <a:schemeClr val="tx1"/>
                          </a:solidFill>
                          <a:latin typeface="Trebuchet MS" panose="020B0603020202020204" pitchFamily="34" charset="0"/>
                          <a:ea typeface="+mn-ea"/>
                          <a:cs typeface="+mn-cs"/>
                        </a:rPr>
                        <a:t> </a:t>
                      </a:r>
                      <a:endParaRPr lang="en-GB" sz="1200" kern="1200" dirty="0">
                        <a:solidFill>
                          <a:schemeClr val="tx1"/>
                        </a:solidFill>
                        <a:latin typeface="Trebuchet MS" panose="020B0603020202020204" pitchFamily="34" charset="0"/>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15000"/>
                        </a:lnSpc>
                        <a:spcAft>
                          <a:spcPts val="0"/>
                        </a:spcAft>
                      </a:pPr>
                      <a:r>
                        <a:rPr lang="en-US" sz="1200" kern="1200" dirty="0">
                          <a:solidFill>
                            <a:schemeClr val="tx1"/>
                          </a:solidFill>
                          <a:latin typeface="Trebuchet MS" panose="020B0603020202020204" pitchFamily="34" charset="0"/>
                          <a:ea typeface="+mn-ea"/>
                          <a:cs typeface="+mn-cs"/>
                        </a:rPr>
                        <a:t> </a:t>
                      </a:r>
                      <a:endParaRPr lang="en-GB" sz="1200" kern="1200" dirty="0">
                        <a:solidFill>
                          <a:schemeClr val="tx1"/>
                        </a:solidFill>
                        <a:latin typeface="Trebuchet MS" panose="020B0603020202020204" pitchFamily="34" charset="0"/>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532124">
                <a:tc>
                  <a:txBody>
                    <a:bodyPr/>
                    <a:lstStyle/>
                    <a:p>
                      <a:pPr marL="0" algn="l" defTabSz="914400" rtl="0" eaLnBrk="1" latinLnBrk="0" hangingPunct="1">
                        <a:lnSpc>
                          <a:spcPct val="115000"/>
                        </a:lnSpc>
                        <a:spcAft>
                          <a:spcPts val="0"/>
                        </a:spcAft>
                      </a:pPr>
                      <a:r>
                        <a:rPr lang="en-US" sz="1200" kern="1200" dirty="0">
                          <a:solidFill>
                            <a:schemeClr val="tx1"/>
                          </a:solidFill>
                          <a:latin typeface="Trebuchet MS" panose="020B0603020202020204" pitchFamily="34" charset="0"/>
                          <a:ea typeface="+mn-ea"/>
                          <a:cs typeface="+mn-cs"/>
                        </a:rPr>
                        <a:t>Approved</a:t>
                      </a:r>
                      <a:r>
                        <a:rPr lang="en-US" sz="1200" kern="1200" baseline="0" dirty="0">
                          <a:solidFill>
                            <a:schemeClr val="tx1"/>
                          </a:solidFill>
                          <a:latin typeface="Trebuchet MS" panose="020B0603020202020204" pitchFamily="34" charset="0"/>
                          <a:ea typeface="+mn-ea"/>
                          <a:cs typeface="+mn-cs"/>
                        </a:rPr>
                        <a:t> by:</a:t>
                      </a:r>
                      <a:endParaRPr lang="en-GB" sz="1200" kern="1200" dirty="0">
                        <a:solidFill>
                          <a:schemeClr val="tx1"/>
                        </a:solidFill>
                        <a:latin typeface="Trebuchet MS" panose="020B0603020202020204" pitchFamily="34" charset="0"/>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15000"/>
                        </a:lnSpc>
                        <a:spcAft>
                          <a:spcPts val="0"/>
                        </a:spcAft>
                      </a:pPr>
                      <a:endParaRPr lang="en-GB" sz="1200" kern="1200" dirty="0">
                        <a:solidFill>
                          <a:schemeClr val="tx1"/>
                        </a:solidFill>
                        <a:latin typeface="Trebuchet MS" panose="020B0603020202020204" pitchFamily="34" charset="0"/>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15000"/>
                        </a:lnSpc>
                        <a:spcAft>
                          <a:spcPts val="0"/>
                        </a:spcAft>
                      </a:pPr>
                      <a:endParaRPr lang="en-GB" sz="1200" kern="1200" dirty="0">
                        <a:solidFill>
                          <a:schemeClr val="tx1"/>
                        </a:solidFill>
                        <a:latin typeface="Trebuchet MS" panose="020B0603020202020204" pitchFamily="34" charset="0"/>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15000"/>
                        </a:lnSpc>
                        <a:spcAft>
                          <a:spcPts val="0"/>
                        </a:spcAft>
                      </a:pPr>
                      <a:endParaRPr lang="en-GB" sz="1200" kern="1200" dirty="0">
                        <a:solidFill>
                          <a:schemeClr val="tx1"/>
                        </a:solidFill>
                        <a:latin typeface="Trebuchet MS" panose="020B0603020202020204" pitchFamily="34" charset="0"/>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15000"/>
                        </a:lnSpc>
                        <a:spcAft>
                          <a:spcPts val="0"/>
                        </a:spcAft>
                      </a:pPr>
                      <a:endParaRPr lang="en-GB" sz="1200" kern="1200" dirty="0">
                        <a:solidFill>
                          <a:schemeClr val="tx1"/>
                        </a:solidFill>
                        <a:latin typeface="Trebuchet MS" panose="020B0603020202020204" pitchFamily="34" charset="0"/>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8" name="Rectangle 1"/>
          <p:cNvSpPr>
            <a:spLocks noChangeArrowheads="1"/>
          </p:cNvSpPr>
          <p:nvPr userDrawn="1"/>
        </p:nvSpPr>
        <p:spPr bwMode="auto">
          <a:xfrm>
            <a:off x="1905000" y="304800"/>
            <a:ext cx="3581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eaLnBrk="0" fontAlgn="base" hangingPunct="0">
              <a:spcBef>
                <a:spcPct val="0"/>
              </a:spcBef>
              <a:spcAft>
                <a:spcPct val="0"/>
              </a:spcAft>
              <a:tabLst>
                <a:tab pos="457200" algn="l"/>
                <a:tab pos="5267325" algn="r"/>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 pos="5267325" algn="r"/>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 pos="5267325" algn="r"/>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 pos="5267325" algn="r"/>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 pos="5267325" algn="r"/>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 pos="5267325" algn="r"/>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 pos="5267325" algn="r"/>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 pos="5267325" algn="r"/>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 pos="5267325"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 pos="5267325" algn="r"/>
              </a:tabLst>
              <a:defRPr/>
            </a:pPr>
            <a:r>
              <a:rPr kumimoji="0" lang="en-US" sz="2400" b="1" i="0" u="none" strike="noStrike" kern="1200" cap="none" spc="0" normalizeH="0" baseline="0" noProof="0" dirty="0">
                <a:ln>
                  <a:noFill/>
                </a:ln>
                <a:solidFill>
                  <a:srgbClr val="000000"/>
                </a:solidFill>
                <a:effectLst/>
                <a:uLnTx/>
                <a:uFillTx/>
                <a:latin typeface="Calibri Light"/>
                <a:ea typeface="Times New Roman" panose="02020603050405020304" pitchFamily="18" charset="0"/>
                <a:cs typeface="Arial" panose="020B0604020202020204" pitchFamily="34" charset="0"/>
              </a:rPr>
              <a:t>Document Authorization</a:t>
            </a:r>
            <a:endParaRPr kumimoji="0" lang="en-GB" sz="2400" b="0" i="0" u="none" strike="noStrike" kern="1200" cap="none" spc="0" normalizeH="0" baseline="0" noProof="0" dirty="0">
              <a:ln>
                <a:noFill/>
              </a:ln>
              <a:solidFill>
                <a:srgbClr val="000000"/>
              </a:solidFill>
              <a:effectLst/>
              <a:uLnTx/>
              <a:uFillTx/>
              <a:latin typeface="Calibri Ligh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 pos="5267325" algn="r"/>
              </a:tabLst>
              <a:defRPr/>
            </a:pPr>
            <a:endParaRPr kumimoji="0" lang="en-GB" sz="2400" b="0" i="0" u="none" strike="noStrike" kern="1200" cap="none" spc="0" normalizeH="0" baseline="0" noProof="0" dirty="0">
              <a:ln>
                <a:noFill/>
              </a:ln>
              <a:solidFill>
                <a:srgbClr val="000000"/>
              </a:solidFill>
              <a:effectLst/>
              <a:uLnTx/>
              <a:uFillTx/>
              <a:latin typeface="Calibri Light"/>
              <a:ea typeface="+mn-ea"/>
              <a:cs typeface="+mn-cs"/>
            </a:endParaRPr>
          </a:p>
        </p:txBody>
      </p:sp>
      <p:sp>
        <p:nvSpPr>
          <p:cNvPr id="13" name="Text Placeholder 12"/>
          <p:cNvSpPr>
            <a:spLocks noGrp="1"/>
          </p:cNvSpPr>
          <p:nvPr>
            <p:ph type="body" sz="quarter" idx="10" hasCustomPrompt="1"/>
          </p:nvPr>
        </p:nvSpPr>
        <p:spPr>
          <a:xfrm>
            <a:off x="2457991" y="3534983"/>
            <a:ext cx="2547261" cy="99060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15" name="Text Placeholder 12"/>
          <p:cNvSpPr>
            <a:spLocks noGrp="1"/>
          </p:cNvSpPr>
          <p:nvPr>
            <p:ph type="body" sz="quarter" idx="12" hasCustomPrompt="1"/>
          </p:nvPr>
        </p:nvSpPr>
        <p:spPr>
          <a:xfrm>
            <a:off x="2457991" y="5070565"/>
            <a:ext cx="2547261" cy="99060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16" name="Text Placeholder 12"/>
          <p:cNvSpPr>
            <a:spLocks noGrp="1"/>
          </p:cNvSpPr>
          <p:nvPr>
            <p:ph type="body" sz="quarter" idx="13" hasCustomPrompt="1"/>
          </p:nvPr>
        </p:nvSpPr>
        <p:spPr>
          <a:xfrm>
            <a:off x="6722540" y="3534983"/>
            <a:ext cx="2029574" cy="99060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18" name="Text Placeholder 12"/>
          <p:cNvSpPr>
            <a:spLocks noGrp="1"/>
          </p:cNvSpPr>
          <p:nvPr>
            <p:ph type="body" sz="quarter" idx="15" hasCustomPrompt="1"/>
          </p:nvPr>
        </p:nvSpPr>
        <p:spPr>
          <a:xfrm>
            <a:off x="6722540" y="5070565"/>
            <a:ext cx="2029574" cy="99060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19" name="Text Placeholder 12"/>
          <p:cNvSpPr>
            <a:spLocks noGrp="1"/>
          </p:cNvSpPr>
          <p:nvPr>
            <p:ph type="body" sz="quarter" idx="16" hasCustomPrompt="1"/>
          </p:nvPr>
        </p:nvSpPr>
        <p:spPr>
          <a:xfrm>
            <a:off x="8856923" y="3534983"/>
            <a:ext cx="1295400" cy="99060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21" name="Text Placeholder 12"/>
          <p:cNvSpPr>
            <a:spLocks noGrp="1"/>
          </p:cNvSpPr>
          <p:nvPr>
            <p:ph type="body" sz="quarter" idx="18" hasCustomPrompt="1"/>
          </p:nvPr>
        </p:nvSpPr>
        <p:spPr>
          <a:xfrm>
            <a:off x="8856923" y="5070565"/>
            <a:ext cx="1295400" cy="99060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22" name="Text Placeholder 12"/>
          <p:cNvSpPr>
            <a:spLocks noGrp="1"/>
          </p:cNvSpPr>
          <p:nvPr>
            <p:ph type="body" sz="quarter" idx="19" hasCustomPrompt="1"/>
          </p:nvPr>
        </p:nvSpPr>
        <p:spPr>
          <a:xfrm>
            <a:off x="3667940" y="1135797"/>
            <a:ext cx="6563067"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23" name="Text Placeholder 12"/>
          <p:cNvSpPr>
            <a:spLocks noGrp="1"/>
          </p:cNvSpPr>
          <p:nvPr>
            <p:ph type="body" sz="quarter" idx="20" hasCustomPrompt="1"/>
          </p:nvPr>
        </p:nvSpPr>
        <p:spPr>
          <a:xfrm>
            <a:off x="3667940" y="1655140"/>
            <a:ext cx="6563067"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24" name="Text Placeholder 12"/>
          <p:cNvSpPr>
            <a:spLocks noGrp="1"/>
          </p:cNvSpPr>
          <p:nvPr>
            <p:ph type="body" sz="quarter" idx="21" hasCustomPrompt="1"/>
          </p:nvPr>
        </p:nvSpPr>
        <p:spPr>
          <a:xfrm>
            <a:off x="3667940" y="2174483"/>
            <a:ext cx="6563067"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25" name="Date Placeholder 6"/>
          <p:cNvSpPr>
            <a:spLocks noGrp="1"/>
          </p:cNvSpPr>
          <p:nvPr>
            <p:ph type="dt" sz="half" idx="22"/>
          </p:nvPr>
        </p:nvSpPr>
        <p:spPr>
          <a:xfrm>
            <a:off x="609600" y="6356351"/>
            <a:ext cx="2844800" cy="365125"/>
          </a:xfrm>
          <a:prstGeom prst="rect">
            <a:avLst/>
          </a:prstGeom>
        </p:spPr>
        <p:txBody>
          <a:bodyPr/>
          <a:lstStyle>
            <a:lvl1pPr>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958DD2A-2A8E-4347-A35A-9969DDD05618}" type="datetime1">
              <a:rPr kumimoji="0" lang="en-US" sz="1200" b="0" i="0" u="none" strike="noStrike" kern="1200" cap="none" spc="0" normalizeH="0" baseline="0" noProof="0" smtClean="0">
                <a:ln>
                  <a:noFill/>
                </a:ln>
                <a:solidFill>
                  <a:srgbClr val="A6B727"/>
                </a:solidFill>
                <a:effectLst/>
                <a:uLnTx/>
                <a:uFillTx/>
                <a:latin typeface="Calibri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1/26/2026</a:t>
            </a:fld>
            <a:endParaRPr kumimoji="0" lang="en-US" sz="1200" b="0" i="0" u="none" strike="noStrike" kern="1200" cap="none" spc="0" normalizeH="0" baseline="0" noProof="0" dirty="0">
              <a:ln>
                <a:noFill/>
              </a:ln>
              <a:solidFill>
                <a:srgbClr val="A6B727"/>
              </a:solidFill>
              <a:effectLst/>
              <a:uLnTx/>
              <a:uFillTx/>
              <a:latin typeface="Calibri Light"/>
              <a:ea typeface="+mn-ea"/>
              <a:cs typeface="+mn-cs"/>
            </a:endParaRPr>
          </a:p>
        </p:txBody>
      </p:sp>
      <p:sp>
        <p:nvSpPr>
          <p:cNvPr id="26" name="Footer Placeholder 7"/>
          <p:cNvSpPr>
            <a:spLocks noGrp="1"/>
          </p:cNvSpPr>
          <p:nvPr>
            <p:ph type="ftr" sz="quarter" idx="23"/>
          </p:nvPr>
        </p:nvSpPr>
        <p:spPr>
          <a:xfrm>
            <a:off x="4165600" y="6356351"/>
            <a:ext cx="3860800" cy="365125"/>
          </a:xfrm>
          <a:prstGeom prst="rect">
            <a:avLst/>
          </a:prstGeom>
        </p:spPr>
        <p:txBody>
          <a:bodyPr/>
          <a:lstStyle>
            <a:lvl1pP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A6B727"/>
              </a:solidFill>
              <a:effectLst/>
              <a:uLnTx/>
              <a:uFillTx/>
              <a:latin typeface="Calibri Light"/>
              <a:ea typeface="+mn-ea"/>
              <a:cs typeface="+mn-cs"/>
            </a:endParaRPr>
          </a:p>
        </p:txBody>
      </p:sp>
      <p:sp>
        <p:nvSpPr>
          <p:cNvPr id="29" name="Slide Number Placeholder 5">
            <a:extLst>
              <a:ext uri="{FF2B5EF4-FFF2-40B4-BE49-F238E27FC236}">
                <a16:creationId xmlns:a16="http://schemas.microsoft.com/office/drawing/2014/main" id="{3CDBC35E-4432-480B-B107-EE013F4C6CDC}"/>
              </a:ext>
            </a:extLst>
          </p:cNvPr>
          <p:cNvSpPr>
            <a:spLocks noGrp="1"/>
          </p:cNvSpPr>
          <p:nvPr>
            <p:ph type="sldNum" sz="quarter" idx="24"/>
          </p:nvPr>
        </p:nvSpPr>
        <p:spPr>
          <a:xfrm>
            <a:off x="10231007" y="1038026"/>
            <a:ext cx="17062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7C2E56-089A-4EEA-893F-076C96238506}" type="slidenum">
              <a:rPr kumimoji="0" lang="en-US" sz="1200" b="0" i="0" u="none" strike="noStrike" kern="1200" cap="none" spc="0" normalizeH="0" baseline="0" noProof="0" smtClean="0">
                <a:ln>
                  <a:noFill/>
                </a:ln>
                <a:solidFill>
                  <a:srgbClr val="A6B727"/>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A6B727"/>
              </a:solidFill>
              <a:effectLst/>
              <a:uLnTx/>
              <a:uFillTx/>
              <a:latin typeface="Calibri Light"/>
              <a:ea typeface="+mn-ea"/>
              <a:cs typeface="+mn-cs"/>
            </a:endParaRPr>
          </a:p>
        </p:txBody>
      </p:sp>
      <p:pic>
        <p:nvPicPr>
          <p:cNvPr id="2" name="Picture 1" descr="Pos Logistics Berhad Company Overview &amp; Details - Maukerja">
            <a:extLst>
              <a:ext uri="{FF2B5EF4-FFF2-40B4-BE49-F238E27FC236}">
                <a16:creationId xmlns:a16="http://schemas.microsoft.com/office/drawing/2014/main" id="{A05CD20F-4F8A-A27D-3BA7-0A4733EF2C0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90754" y="136525"/>
            <a:ext cx="1708048" cy="347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6620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Section Header">
    <p:spTree>
      <p:nvGrpSpPr>
        <p:cNvPr id="1" name=""/>
        <p:cNvGrpSpPr/>
        <p:nvPr/>
      </p:nvGrpSpPr>
      <p:grpSpPr>
        <a:xfrm>
          <a:off x="0" y="0"/>
          <a:ext cx="0" cy="0"/>
          <a:chOff x="0" y="0"/>
          <a:chExt cx="0" cy="0"/>
        </a:xfrm>
      </p:grpSpPr>
      <p:sp>
        <p:nvSpPr>
          <p:cNvPr id="16" name="Rectangle 15"/>
          <p:cNvSpPr>
            <a:spLocks noChangeAspect="1"/>
          </p:cNvSpPr>
          <p:nvPr userDrawn="1"/>
        </p:nvSpPr>
        <p:spPr>
          <a:xfrm>
            <a:off x="0" y="0"/>
            <a:ext cx="12192000" cy="6876690"/>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3" name="Rectangle 22"/>
          <p:cNvSpPr/>
          <p:nvPr userDrawn="1"/>
        </p:nvSpPr>
        <p:spPr>
          <a:xfrm>
            <a:off x="91440" y="91440"/>
            <a:ext cx="11978640" cy="66751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Light"/>
              <a:ea typeface="+mn-ea"/>
              <a:cs typeface="+mn-cs"/>
            </a:endParaRPr>
          </a:p>
        </p:txBody>
      </p:sp>
      <p:pic>
        <p:nvPicPr>
          <p:cNvPr id="7" name="Picture 2" descr="D:\plc\slide in.jpg"/>
          <p:cNvPicPr>
            <a:picLocks noChangeAspect="1" noChangeArrowheads="1"/>
          </p:cNvPicPr>
          <p:nvPr userDrawn="1"/>
        </p:nvPicPr>
        <p:blipFill rotWithShape="1">
          <a:blip r:embed="rId2"/>
          <a:srcRect/>
          <a:stretch>
            <a:fillRect/>
          </a:stretch>
        </p:blipFill>
        <p:spPr bwMode="auto">
          <a:xfrm>
            <a:off x="-19051" y="6781800"/>
            <a:ext cx="12211051" cy="76200"/>
          </a:xfrm>
          <a:prstGeom prst="rect">
            <a:avLst/>
          </a:prstGeom>
          <a:noFill/>
        </p:spPr>
      </p:pic>
      <p:graphicFrame>
        <p:nvGraphicFramePr>
          <p:cNvPr id="6" name="Table 5"/>
          <p:cNvGraphicFramePr>
            <a:graphicFrameLocks noGrp="1"/>
          </p:cNvGraphicFramePr>
          <p:nvPr userDrawn="1">
            <p:extLst>
              <p:ext uri="{D42A27DB-BD31-4B8C-83A1-F6EECF244321}">
                <p14:modId xmlns:p14="http://schemas.microsoft.com/office/powerpoint/2010/main" val="124339001"/>
              </p:ext>
            </p:extLst>
          </p:nvPr>
        </p:nvGraphicFramePr>
        <p:xfrm>
          <a:off x="1905000" y="2677066"/>
          <a:ext cx="9067800" cy="1905000"/>
        </p:xfrm>
        <a:graphic>
          <a:graphicData uri="http://schemas.openxmlformats.org/drawingml/2006/table">
            <a:tbl>
              <a:tblPr firstRow="1" firstCol="1" lastRow="1" lastCol="1" bandRow="1" bandCol="1">
                <a:tableStyleId>{5C22544A-7EE6-4342-B048-85BDC9FD1C3A}</a:tableStyleId>
              </a:tblPr>
              <a:tblGrid>
                <a:gridCol w="6728055">
                  <a:extLst>
                    <a:ext uri="{9D8B030D-6E8A-4147-A177-3AD203B41FA5}">
                      <a16:colId xmlns:a16="http://schemas.microsoft.com/office/drawing/2014/main" val="20000"/>
                    </a:ext>
                  </a:extLst>
                </a:gridCol>
                <a:gridCol w="2339745">
                  <a:extLst>
                    <a:ext uri="{9D8B030D-6E8A-4147-A177-3AD203B41FA5}">
                      <a16:colId xmlns:a16="http://schemas.microsoft.com/office/drawing/2014/main" val="20001"/>
                    </a:ext>
                  </a:extLst>
                </a:gridCol>
              </a:tblGrid>
              <a:tr h="476250">
                <a:tc>
                  <a:txBody>
                    <a:bodyPr/>
                    <a:lstStyle/>
                    <a:p>
                      <a:pPr>
                        <a:lnSpc>
                          <a:spcPct val="115000"/>
                        </a:lnSpc>
                        <a:spcAft>
                          <a:spcPts val="0"/>
                        </a:spcAft>
                      </a:pPr>
                      <a:r>
                        <a:rPr lang="en-US" sz="1200" dirty="0">
                          <a:solidFill>
                            <a:sysClr val="windowText" lastClr="000000"/>
                          </a:solidFill>
                          <a:effectLst/>
                          <a:latin typeface="Trebuchet MS" panose="020B0603020202020204" pitchFamily="34" charset="0"/>
                        </a:rPr>
                        <a:t>SECRET or RAHSIA</a:t>
                      </a:r>
                      <a:endParaRPr lang="en-GB" sz="1200" dirty="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r>
                        <a:rPr lang="en-US" sz="1400" dirty="0">
                          <a:solidFill>
                            <a:sysClr val="windowText" lastClr="000000"/>
                          </a:solidFill>
                          <a:effectLst/>
                        </a:rPr>
                        <a:t> </a:t>
                      </a:r>
                      <a:endParaRPr lang="en-GB" sz="1400" dirty="0">
                        <a:solidFill>
                          <a:sysClr val="windowText" lastClr="000000"/>
                        </a:solidFill>
                        <a:effectLst/>
                        <a:latin typeface="Arial" panose="020B0604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76250">
                <a:tc>
                  <a:txBody>
                    <a:bodyPr/>
                    <a:lstStyle/>
                    <a:p>
                      <a:pPr>
                        <a:lnSpc>
                          <a:spcPct val="115000"/>
                        </a:lnSpc>
                        <a:spcAft>
                          <a:spcPts val="0"/>
                        </a:spcAft>
                      </a:pPr>
                      <a:r>
                        <a:rPr lang="en-US" sz="1200" dirty="0">
                          <a:solidFill>
                            <a:sysClr val="windowText" lastClr="000000"/>
                          </a:solidFill>
                          <a:effectLst/>
                          <a:latin typeface="Trebuchet MS" panose="020B0603020202020204" pitchFamily="34" charset="0"/>
                        </a:rPr>
                        <a:t>CONFIDENTIAL or SULIT</a:t>
                      </a:r>
                      <a:endParaRPr lang="en-GB" sz="1200" dirty="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r>
                        <a:rPr lang="en-US" sz="1400" dirty="0">
                          <a:solidFill>
                            <a:sysClr val="windowText" lastClr="000000"/>
                          </a:solidFill>
                          <a:effectLst/>
                        </a:rPr>
                        <a:t> </a:t>
                      </a:r>
                      <a:endParaRPr lang="en-GB" sz="1400" dirty="0">
                        <a:solidFill>
                          <a:sysClr val="windowText" lastClr="000000"/>
                        </a:solidFill>
                        <a:effectLst/>
                        <a:latin typeface="Arial" panose="020B0604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76250">
                <a:tc>
                  <a:txBody>
                    <a:bodyPr/>
                    <a:lstStyle/>
                    <a:p>
                      <a:pPr>
                        <a:lnSpc>
                          <a:spcPct val="115000"/>
                        </a:lnSpc>
                        <a:spcAft>
                          <a:spcPts val="0"/>
                        </a:spcAft>
                      </a:pPr>
                      <a:r>
                        <a:rPr lang="en-US" sz="1200">
                          <a:solidFill>
                            <a:sysClr val="windowText" lastClr="000000"/>
                          </a:solidFill>
                          <a:effectLst/>
                          <a:latin typeface="Trebuchet MS" panose="020B0603020202020204" pitchFamily="34" charset="0"/>
                        </a:rPr>
                        <a:t>INTERNAL USE or UNTUK DALAMAN</a:t>
                      </a:r>
                      <a:endParaRPr lang="en-GB" sz="120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endParaRPr lang="en-GB" sz="1400" dirty="0">
                        <a:solidFill>
                          <a:sysClr val="windowText" lastClr="000000"/>
                        </a:solidFill>
                        <a:effectLst/>
                        <a:latin typeface="Arial" panose="020B0604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76250">
                <a:tc>
                  <a:txBody>
                    <a:bodyPr/>
                    <a:lstStyle/>
                    <a:p>
                      <a:pPr>
                        <a:lnSpc>
                          <a:spcPct val="115000"/>
                        </a:lnSpc>
                        <a:spcAft>
                          <a:spcPts val="0"/>
                        </a:spcAft>
                      </a:pPr>
                      <a:r>
                        <a:rPr lang="en-US" sz="1200" dirty="0">
                          <a:solidFill>
                            <a:sysClr val="windowText" lastClr="000000"/>
                          </a:solidFill>
                          <a:effectLst/>
                          <a:latin typeface="Trebuchet MS" panose="020B0603020202020204" pitchFamily="34" charset="0"/>
                        </a:rPr>
                        <a:t>OPEN or TERBUKA</a:t>
                      </a:r>
                      <a:endParaRPr lang="en-GB" sz="1200" dirty="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r>
                        <a:rPr lang="en-US" sz="1400" dirty="0">
                          <a:solidFill>
                            <a:sysClr val="windowText" lastClr="000000"/>
                          </a:solidFill>
                          <a:effectLst/>
                        </a:rPr>
                        <a:t> </a:t>
                      </a:r>
                      <a:endParaRPr lang="en-GB" sz="1400" dirty="0">
                        <a:solidFill>
                          <a:sysClr val="windowText" lastClr="000000"/>
                        </a:solidFill>
                        <a:effectLst/>
                        <a:latin typeface="Arial" panose="020B0604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9" name="Rectangle 8"/>
          <p:cNvSpPr/>
          <p:nvPr userDrawn="1"/>
        </p:nvSpPr>
        <p:spPr>
          <a:xfrm>
            <a:off x="1730145" y="1941929"/>
            <a:ext cx="3057247" cy="40011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 pos="5267325" algn="r"/>
              </a:tabLst>
              <a:defRPr/>
            </a:pPr>
            <a:r>
              <a:rPr kumimoji="0" lang="en-US" sz="2000" b="1" i="0" u="none" strike="noStrike" kern="1200" cap="none" spc="0" normalizeH="0" baseline="0" noProof="0" dirty="0">
                <a:ln>
                  <a:noFill/>
                </a:ln>
                <a:solidFill>
                  <a:srgbClr val="000000"/>
                </a:solidFill>
                <a:effectLst/>
                <a:uLnTx/>
                <a:uFillTx/>
                <a:latin typeface="Trebuchet MS" panose="020B0603020202020204" pitchFamily="34" charset="0"/>
                <a:ea typeface="Times New Roman" panose="02020603050405020304" pitchFamily="18" charset="0"/>
                <a:cs typeface="Arial" panose="020B0604020202020204" pitchFamily="34" charset="0"/>
              </a:rPr>
              <a:t>Document Classification</a:t>
            </a:r>
            <a:endParaRPr kumimoji="0" lang="en-GB"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7" name="Text Placeholder 12"/>
          <p:cNvSpPr>
            <a:spLocks noGrp="1"/>
          </p:cNvSpPr>
          <p:nvPr>
            <p:ph type="body" sz="quarter" idx="22" hasCustomPrompt="1"/>
          </p:nvPr>
        </p:nvSpPr>
        <p:spPr>
          <a:xfrm>
            <a:off x="8633055" y="2655805"/>
            <a:ext cx="2339745" cy="478460"/>
          </a:xfrm>
          <a:prstGeom prst="rect">
            <a:avLst/>
          </a:prstGeom>
        </p:spPr>
        <p:txBody>
          <a:bodyPr anchor="ctr"/>
          <a:lstStyle>
            <a:lvl1pPr marL="0" indent="0" algn="ctr">
              <a:buNone/>
              <a:defRPr sz="1600">
                <a:solidFill>
                  <a:schemeClr val="tx1"/>
                </a:solidFill>
              </a:defRPr>
            </a:lvl1pPr>
          </a:lstStyle>
          <a:p>
            <a:pPr lvl="0"/>
            <a:r>
              <a:rPr lang="en-US" dirty="0"/>
              <a:t>Third level</a:t>
            </a:r>
          </a:p>
        </p:txBody>
      </p:sp>
      <p:sp>
        <p:nvSpPr>
          <p:cNvPr id="18" name="Text Placeholder 12"/>
          <p:cNvSpPr>
            <a:spLocks noGrp="1"/>
          </p:cNvSpPr>
          <p:nvPr>
            <p:ph type="body" sz="quarter" idx="23" hasCustomPrompt="1"/>
          </p:nvPr>
        </p:nvSpPr>
        <p:spPr>
          <a:xfrm>
            <a:off x="8633055" y="3154707"/>
            <a:ext cx="2339745" cy="478460"/>
          </a:xfrm>
          <a:prstGeom prst="rect">
            <a:avLst/>
          </a:prstGeom>
        </p:spPr>
        <p:txBody>
          <a:bodyPr anchor="ctr"/>
          <a:lstStyle>
            <a:lvl1pPr marL="0" indent="0" algn="ctr">
              <a:buNone/>
              <a:defRPr sz="1600">
                <a:solidFill>
                  <a:schemeClr val="tx1"/>
                </a:solidFill>
              </a:defRPr>
            </a:lvl1pPr>
          </a:lstStyle>
          <a:p>
            <a:pPr lvl="0"/>
            <a:r>
              <a:rPr lang="en-US" dirty="0"/>
              <a:t>Third level</a:t>
            </a:r>
          </a:p>
        </p:txBody>
      </p:sp>
      <p:sp>
        <p:nvSpPr>
          <p:cNvPr id="19" name="Text Placeholder 12"/>
          <p:cNvSpPr>
            <a:spLocks noGrp="1"/>
          </p:cNvSpPr>
          <p:nvPr>
            <p:ph type="body" sz="quarter" idx="24" hasCustomPrompt="1"/>
          </p:nvPr>
        </p:nvSpPr>
        <p:spPr>
          <a:xfrm>
            <a:off x="8633055" y="3612726"/>
            <a:ext cx="2339745" cy="478460"/>
          </a:xfrm>
          <a:prstGeom prst="rect">
            <a:avLst/>
          </a:prstGeom>
        </p:spPr>
        <p:txBody>
          <a:bodyPr anchor="ctr"/>
          <a:lstStyle>
            <a:lvl1pPr marL="0" indent="0" algn="ctr">
              <a:buNone/>
              <a:defRPr sz="1600">
                <a:solidFill>
                  <a:schemeClr val="tx1"/>
                </a:solidFill>
              </a:defRPr>
            </a:lvl1pPr>
          </a:lstStyle>
          <a:p>
            <a:pPr lvl="0"/>
            <a:r>
              <a:rPr lang="en-US" dirty="0"/>
              <a:t>Third level</a:t>
            </a:r>
          </a:p>
        </p:txBody>
      </p:sp>
      <p:sp>
        <p:nvSpPr>
          <p:cNvPr id="20" name="Text Placeholder 12"/>
          <p:cNvSpPr>
            <a:spLocks noGrp="1"/>
          </p:cNvSpPr>
          <p:nvPr>
            <p:ph type="body" sz="quarter" idx="25" hasCustomPrompt="1"/>
          </p:nvPr>
        </p:nvSpPr>
        <p:spPr>
          <a:xfrm>
            <a:off x="8633055" y="4071472"/>
            <a:ext cx="2339745" cy="478460"/>
          </a:xfrm>
          <a:prstGeom prst="rect">
            <a:avLst/>
          </a:prstGeom>
        </p:spPr>
        <p:txBody>
          <a:bodyPr anchor="ctr"/>
          <a:lstStyle>
            <a:lvl1pPr marL="0" indent="0" algn="ctr">
              <a:buNone/>
              <a:defRPr sz="1600">
                <a:solidFill>
                  <a:schemeClr val="tx1"/>
                </a:solidFill>
              </a:defRPr>
            </a:lvl1pPr>
          </a:lstStyle>
          <a:p>
            <a:pPr lvl="0"/>
            <a:r>
              <a:rPr lang="en-US" dirty="0"/>
              <a:t>Third level</a:t>
            </a:r>
          </a:p>
        </p:txBody>
      </p:sp>
      <p:sp>
        <p:nvSpPr>
          <p:cNvPr id="21" name="Date Placeholder 6"/>
          <p:cNvSpPr>
            <a:spLocks noGrp="1"/>
          </p:cNvSpPr>
          <p:nvPr>
            <p:ph type="dt" sz="half" idx="10"/>
          </p:nvPr>
        </p:nvSpPr>
        <p:spPr>
          <a:xfrm>
            <a:off x="609600" y="6356351"/>
            <a:ext cx="2844800" cy="365125"/>
          </a:xfrm>
          <a:prstGeom prst="rect">
            <a:avLst/>
          </a:prstGeom>
        </p:spPr>
        <p:txBody>
          <a:bodyPr/>
          <a:lstStyle>
            <a:lvl1pPr>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C4460D9E-C2B4-4D67-9F53-2C56C026F3F8}" type="datetime1">
              <a:rPr kumimoji="0" lang="en-US" sz="1200" b="0" i="0" u="none" strike="noStrike" kern="1200" cap="none" spc="0" normalizeH="0" baseline="0" noProof="0" smtClean="0">
                <a:ln>
                  <a:noFill/>
                </a:ln>
                <a:solidFill>
                  <a:srgbClr val="A6B727"/>
                </a:solidFill>
                <a:effectLst/>
                <a:uLnTx/>
                <a:uFillTx/>
                <a:latin typeface="Calibri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1/26/2026</a:t>
            </a:fld>
            <a:endParaRPr kumimoji="0" lang="en-US" sz="1200" b="0" i="0" u="none" strike="noStrike" kern="1200" cap="none" spc="0" normalizeH="0" baseline="0" noProof="0" dirty="0">
              <a:ln>
                <a:noFill/>
              </a:ln>
              <a:solidFill>
                <a:srgbClr val="A6B727"/>
              </a:solidFill>
              <a:effectLst/>
              <a:uLnTx/>
              <a:uFillTx/>
              <a:latin typeface="Calibri Light"/>
              <a:ea typeface="+mn-ea"/>
              <a:cs typeface="+mn-cs"/>
            </a:endParaRPr>
          </a:p>
        </p:txBody>
      </p:sp>
      <p:sp>
        <p:nvSpPr>
          <p:cNvPr id="22" name="Footer Placeholder 7"/>
          <p:cNvSpPr>
            <a:spLocks noGrp="1"/>
          </p:cNvSpPr>
          <p:nvPr>
            <p:ph type="ftr" sz="quarter" idx="11"/>
          </p:nvPr>
        </p:nvSpPr>
        <p:spPr>
          <a:xfrm>
            <a:off x="4165600" y="6356351"/>
            <a:ext cx="3860800" cy="365125"/>
          </a:xfrm>
          <a:prstGeom prst="rect">
            <a:avLst/>
          </a:prstGeom>
        </p:spPr>
        <p:txBody>
          <a:bodyPr/>
          <a:lstStyle>
            <a:lvl1pP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A6B727"/>
              </a:solidFill>
              <a:effectLst/>
              <a:uLnTx/>
              <a:uFillTx/>
              <a:latin typeface="Calibri Light"/>
              <a:ea typeface="+mn-ea"/>
              <a:cs typeface="+mn-cs"/>
            </a:endParaRPr>
          </a:p>
        </p:txBody>
      </p:sp>
      <p:graphicFrame>
        <p:nvGraphicFramePr>
          <p:cNvPr id="4" name="Table 3">
            <a:extLst>
              <a:ext uri="{FF2B5EF4-FFF2-40B4-BE49-F238E27FC236}">
                <a16:creationId xmlns:a16="http://schemas.microsoft.com/office/drawing/2014/main" id="{BF98925A-B02C-2049-6B41-B7B59F47B6AA}"/>
              </a:ext>
            </a:extLst>
          </p:cNvPr>
          <p:cNvGraphicFramePr>
            <a:graphicFrameLocks noGrp="1"/>
          </p:cNvGraphicFramePr>
          <p:nvPr userDrawn="1">
            <p:extLst>
              <p:ext uri="{D42A27DB-BD31-4B8C-83A1-F6EECF244321}">
                <p14:modId xmlns:p14="http://schemas.microsoft.com/office/powerpoint/2010/main" val="3092509366"/>
              </p:ext>
            </p:extLst>
          </p:nvPr>
        </p:nvGraphicFramePr>
        <p:xfrm>
          <a:off x="270510" y="230474"/>
          <a:ext cx="11620500" cy="1112520"/>
        </p:xfrm>
        <a:graphic>
          <a:graphicData uri="http://schemas.openxmlformats.org/drawingml/2006/table">
            <a:tbl>
              <a:tblPr firstRow="1" bandRow="1"/>
              <a:tblGrid>
                <a:gridCol w="2324100">
                  <a:extLst>
                    <a:ext uri="{9D8B030D-6E8A-4147-A177-3AD203B41FA5}">
                      <a16:colId xmlns:a16="http://schemas.microsoft.com/office/drawing/2014/main" val="152072891"/>
                    </a:ext>
                  </a:extLst>
                </a:gridCol>
                <a:gridCol w="2324100">
                  <a:extLst>
                    <a:ext uri="{9D8B030D-6E8A-4147-A177-3AD203B41FA5}">
                      <a16:colId xmlns:a16="http://schemas.microsoft.com/office/drawing/2014/main" val="469112540"/>
                    </a:ext>
                  </a:extLst>
                </a:gridCol>
                <a:gridCol w="2324100">
                  <a:extLst>
                    <a:ext uri="{9D8B030D-6E8A-4147-A177-3AD203B41FA5}">
                      <a16:colId xmlns:a16="http://schemas.microsoft.com/office/drawing/2014/main" val="1518746254"/>
                    </a:ext>
                  </a:extLst>
                </a:gridCol>
                <a:gridCol w="2324100">
                  <a:extLst>
                    <a:ext uri="{9D8B030D-6E8A-4147-A177-3AD203B41FA5}">
                      <a16:colId xmlns:a16="http://schemas.microsoft.com/office/drawing/2014/main" val="674173241"/>
                    </a:ext>
                  </a:extLst>
                </a:gridCol>
                <a:gridCol w="2324100">
                  <a:extLst>
                    <a:ext uri="{9D8B030D-6E8A-4147-A177-3AD203B41FA5}">
                      <a16:colId xmlns:a16="http://schemas.microsoft.com/office/drawing/2014/main" val="1263982769"/>
                    </a:ext>
                  </a:extLst>
                </a:gridCol>
              </a:tblGrid>
              <a:tr h="370840">
                <a:tc rowSpan="2">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endParaRPr lang="en-GB" dirty="0">
                        <a:solidFill>
                          <a:sysClr val="windowText" lastClr="00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Approved</a:t>
                      </a:r>
                      <a:r>
                        <a:rPr lang="en-US" sz="1200" b="1" baseline="0" dirty="0">
                          <a:solidFill>
                            <a:schemeClr val="bg1"/>
                          </a:solidFill>
                          <a:latin typeface="Trebuchet MS" panose="020B0603020202020204" pitchFamily="34" charset="0"/>
                        </a:rPr>
                        <a:t> by</a:t>
                      </a:r>
                      <a:endParaRPr lang="en-US" sz="1200" b="1" dirty="0">
                        <a:solidFill>
                          <a:schemeClr val="bg1"/>
                        </a:solidFill>
                        <a:latin typeface="Trebuchet MS" panose="020B060302020202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Effective</a:t>
                      </a:r>
                      <a:r>
                        <a:rPr lang="en-US" sz="1200" b="1" baseline="0" dirty="0">
                          <a:solidFill>
                            <a:schemeClr val="bg1"/>
                          </a:solidFill>
                          <a:latin typeface="Trebuchet MS" panose="020B0603020202020204" pitchFamily="34" charset="0"/>
                        </a:rPr>
                        <a:t> Date</a:t>
                      </a:r>
                      <a:endParaRPr lang="en-US" sz="1200" b="1" dirty="0">
                        <a:solidFill>
                          <a:schemeClr val="bg1"/>
                        </a:solidFill>
                        <a:latin typeface="Trebuchet MS" panose="020B060302020202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Classification</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Control Status</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extLst>
                  <a:ext uri="{0D108BD9-81ED-4DB2-BD59-A6C34878D82A}">
                    <a16:rowId xmlns:a16="http://schemas.microsoft.com/office/drawing/2014/main" val="1330761444"/>
                  </a:ext>
                </a:extLst>
              </a:tr>
              <a:tr h="370840">
                <a:tc vMerge="1">
                  <a:txBody>
                    <a:bodyPr/>
                    <a:lstStyle/>
                    <a:p>
                      <a:endParaRPr lang="en-GB" dirty="0"/>
                    </a:p>
                  </a:txBody>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381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gn="ctr"/>
                      <a:r>
                        <a:rPr lang="en-US" sz="1200" b="0" dirty="0">
                          <a:latin typeface="Trebuchet MS" panose="020B0603020202020204" pitchFamily="34" charset="0"/>
                        </a:rPr>
                        <a:t>Internal</a:t>
                      </a:r>
                      <a:r>
                        <a:rPr lang="en-US" sz="1200" b="0" baseline="0" dirty="0">
                          <a:latin typeface="Trebuchet MS" panose="020B0603020202020204" pitchFamily="34" charset="0"/>
                        </a:rPr>
                        <a:t> Use</a:t>
                      </a:r>
                      <a:endParaRPr lang="en-US" sz="1200" b="0" dirty="0">
                        <a:latin typeface="Trebuchet MS" panose="020B0603020202020204" pitchFamily="34"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gn="ctr"/>
                      <a:r>
                        <a:rPr lang="en-US" sz="1200" b="0" dirty="0">
                          <a:latin typeface="Trebuchet MS" panose="020B0603020202020204" pitchFamily="34" charset="0"/>
                        </a:rPr>
                        <a:t>Controlled Copy</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extLst>
                  <a:ext uri="{0D108BD9-81ED-4DB2-BD59-A6C34878D82A}">
                    <a16:rowId xmlns:a16="http://schemas.microsoft.com/office/drawing/2014/main" val="1871440331"/>
                  </a:ext>
                </a:extLst>
              </a:tr>
              <a:tr h="370840">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Trebuchet MS" panose="020B0603020202020204" pitchFamily="34" charset="0"/>
                        </a:rPr>
                        <a:t>Document</a:t>
                      </a:r>
                      <a:r>
                        <a:rPr lang="en-US" sz="1200" b="0" baseline="0" dirty="0">
                          <a:solidFill>
                            <a:schemeClr val="tx1"/>
                          </a:solidFill>
                          <a:latin typeface="Trebuchet MS" panose="020B0603020202020204" pitchFamily="34" charset="0"/>
                        </a:rPr>
                        <a:t> Title</a:t>
                      </a:r>
                      <a:endParaRPr lang="en-US" sz="1200" b="0" dirty="0">
                        <a:solidFill>
                          <a:schemeClr val="tx1"/>
                        </a:solidFill>
                        <a:latin typeface="Trebuchet MS" panose="020B06030202020202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2228443308"/>
                  </a:ext>
                </a:extLst>
              </a:tr>
            </a:tbl>
          </a:graphicData>
        </a:graphic>
      </p:graphicFrame>
      <p:pic>
        <p:nvPicPr>
          <p:cNvPr id="5" name="Picture 4" descr="Pos Logistics Berhad Company Overview &amp; Details - Maukerja">
            <a:extLst>
              <a:ext uri="{FF2B5EF4-FFF2-40B4-BE49-F238E27FC236}">
                <a16:creationId xmlns:a16="http://schemas.microsoft.com/office/drawing/2014/main" id="{528631F4-797D-A518-473D-969F8E89A07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18681" y="439040"/>
            <a:ext cx="1708048" cy="347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8595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3_Section Header">
    <p:spTree>
      <p:nvGrpSpPr>
        <p:cNvPr id="1" name=""/>
        <p:cNvGrpSpPr/>
        <p:nvPr/>
      </p:nvGrpSpPr>
      <p:grpSpPr>
        <a:xfrm>
          <a:off x="0" y="0"/>
          <a:ext cx="0" cy="0"/>
          <a:chOff x="0" y="0"/>
          <a:chExt cx="0" cy="0"/>
        </a:xfrm>
      </p:grpSpPr>
      <p:sp>
        <p:nvSpPr>
          <p:cNvPr id="39" name="Rectangle 38"/>
          <p:cNvSpPr>
            <a:spLocks noChangeAspect="1"/>
          </p:cNvSpPr>
          <p:nvPr userDrawn="1"/>
        </p:nvSpPr>
        <p:spPr>
          <a:xfrm>
            <a:off x="0" y="0"/>
            <a:ext cx="12192000" cy="6876690"/>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43" name="Rectangle 42"/>
          <p:cNvSpPr/>
          <p:nvPr userDrawn="1"/>
        </p:nvSpPr>
        <p:spPr>
          <a:xfrm>
            <a:off x="91440" y="91440"/>
            <a:ext cx="11978640" cy="66751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Light"/>
              <a:ea typeface="+mn-ea"/>
              <a:cs typeface="+mn-cs"/>
            </a:endParaRPr>
          </a:p>
        </p:txBody>
      </p:sp>
      <p:pic>
        <p:nvPicPr>
          <p:cNvPr id="7" name="Picture 2" descr="D:\plc\slide in.jpg"/>
          <p:cNvPicPr>
            <a:picLocks noChangeAspect="1" noChangeArrowheads="1"/>
          </p:cNvPicPr>
          <p:nvPr userDrawn="1"/>
        </p:nvPicPr>
        <p:blipFill rotWithShape="1">
          <a:blip r:embed="rId2"/>
          <a:srcRect/>
          <a:stretch>
            <a:fillRect/>
          </a:stretch>
        </p:blipFill>
        <p:spPr bwMode="auto">
          <a:xfrm>
            <a:off x="-19051" y="6781800"/>
            <a:ext cx="12211051" cy="76200"/>
          </a:xfrm>
          <a:prstGeom prst="rect">
            <a:avLst/>
          </a:prstGeom>
          <a:noFill/>
        </p:spPr>
      </p:pic>
      <p:sp>
        <p:nvSpPr>
          <p:cNvPr id="9" name="Rectangle 8"/>
          <p:cNvSpPr/>
          <p:nvPr userDrawn="1"/>
        </p:nvSpPr>
        <p:spPr>
          <a:xfrm>
            <a:off x="1635408" y="1640902"/>
            <a:ext cx="3416320" cy="40011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 pos="5267325" algn="r"/>
              </a:tabLst>
              <a:defRPr/>
            </a:pPr>
            <a:r>
              <a:rPr kumimoji="0" lang="en-US" sz="2000" b="1" i="0" u="none" strike="noStrike" kern="1200" cap="none" spc="0" normalizeH="0" baseline="0" noProof="0" dirty="0">
                <a:ln>
                  <a:noFill/>
                </a:ln>
                <a:solidFill>
                  <a:srgbClr val="000000"/>
                </a:solidFill>
                <a:effectLst/>
                <a:uLnTx/>
                <a:uFillTx/>
                <a:latin typeface="Trebuchet MS" panose="020B0603020202020204" pitchFamily="34" charset="0"/>
                <a:ea typeface="Times New Roman" panose="02020603050405020304" pitchFamily="18" charset="0"/>
                <a:cs typeface="Arial" panose="020B0604020202020204" pitchFamily="34" charset="0"/>
              </a:rPr>
              <a:t>Document Revision History</a:t>
            </a:r>
          </a:p>
        </p:txBody>
      </p:sp>
      <p:graphicFrame>
        <p:nvGraphicFramePr>
          <p:cNvPr id="2" name="Table 1"/>
          <p:cNvGraphicFramePr>
            <a:graphicFrameLocks noGrp="1"/>
          </p:cNvGraphicFramePr>
          <p:nvPr userDrawn="1">
            <p:extLst>
              <p:ext uri="{D42A27DB-BD31-4B8C-83A1-F6EECF244321}">
                <p14:modId xmlns:p14="http://schemas.microsoft.com/office/powerpoint/2010/main" val="2557433614"/>
              </p:ext>
            </p:extLst>
          </p:nvPr>
        </p:nvGraphicFramePr>
        <p:xfrm>
          <a:off x="1730145" y="2209742"/>
          <a:ext cx="9067799" cy="3027931"/>
        </p:xfrm>
        <a:graphic>
          <a:graphicData uri="http://schemas.openxmlformats.org/drawingml/2006/table">
            <a:tbl>
              <a:tblPr firstRow="1" firstCol="1" lastRow="1" lastCol="1" bandRow="1" bandCol="1">
                <a:tableStyleId>{5C22544A-7EE6-4342-B048-85BDC9FD1C3A}</a:tableStyleId>
              </a:tblPr>
              <a:tblGrid>
                <a:gridCol w="1858422">
                  <a:extLst>
                    <a:ext uri="{9D8B030D-6E8A-4147-A177-3AD203B41FA5}">
                      <a16:colId xmlns:a16="http://schemas.microsoft.com/office/drawing/2014/main" val="20000"/>
                    </a:ext>
                  </a:extLst>
                </a:gridCol>
                <a:gridCol w="1288582">
                  <a:extLst>
                    <a:ext uri="{9D8B030D-6E8A-4147-A177-3AD203B41FA5}">
                      <a16:colId xmlns:a16="http://schemas.microsoft.com/office/drawing/2014/main" val="20001"/>
                    </a:ext>
                  </a:extLst>
                </a:gridCol>
                <a:gridCol w="3194728">
                  <a:extLst>
                    <a:ext uri="{9D8B030D-6E8A-4147-A177-3AD203B41FA5}">
                      <a16:colId xmlns:a16="http://schemas.microsoft.com/office/drawing/2014/main" val="20002"/>
                    </a:ext>
                  </a:extLst>
                </a:gridCol>
                <a:gridCol w="2726067">
                  <a:extLst>
                    <a:ext uri="{9D8B030D-6E8A-4147-A177-3AD203B41FA5}">
                      <a16:colId xmlns:a16="http://schemas.microsoft.com/office/drawing/2014/main" val="20003"/>
                    </a:ext>
                  </a:extLst>
                </a:gridCol>
              </a:tblGrid>
              <a:tr h="586051">
                <a:tc>
                  <a:txBody>
                    <a:bodyPr/>
                    <a:lstStyle/>
                    <a:p>
                      <a:pPr algn="ctr">
                        <a:lnSpc>
                          <a:spcPct val="115000"/>
                        </a:lnSpc>
                        <a:spcAft>
                          <a:spcPts val="0"/>
                        </a:spcAft>
                      </a:pPr>
                      <a:r>
                        <a:rPr lang="en-US" sz="1400" dirty="0">
                          <a:solidFill>
                            <a:sysClr val="windowText" lastClr="000000"/>
                          </a:solidFill>
                          <a:effectLst/>
                          <a:latin typeface="Trebuchet MS" panose="020B0603020202020204" pitchFamily="34" charset="0"/>
                        </a:rPr>
                        <a:t>Revision Number:</a:t>
                      </a:r>
                      <a:endParaRPr lang="en-GB" sz="1200" dirty="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400" dirty="0">
                          <a:solidFill>
                            <a:sysClr val="windowText" lastClr="000000"/>
                          </a:solidFill>
                          <a:effectLst/>
                          <a:latin typeface="Trebuchet MS" panose="020B0603020202020204" pitchFamily="34" charset="0"/>
                        </a:rPr>
                        <a:t>Revision Date:</a:t>
                      </a:r>
                      <a:endParaRPr lang="en-GB" sz="1200" dirty="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400" dirty="0">
                          <a:solidFill>
                            <a:sysClr val="windowText" lastClr="000000"/>
                          </a:solidFill>
                          <a:effectLst/>
                          <a:latin typeface="Trebuchet MS" panose="020B0603020202020204" pitchFamily="34" charset="0"/>
                        </a:rPr>
                        <a:t>Summary of Changes:</a:t>
                      </a:r>
                      <a:endParaRPr lang="en-GB" sz="1200" dirty="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400">
                          <a:solidFill>
                            <a:sysClr val="windowText" lastClr="000000"/>
                          </a:solidFill>
                          <a:effectLst/>
                          <a:latin typeface="Trebuchet MS" panose="020B0603020202020204" pitchFamily="34" charset="0"/>
                        </a:rPr>
                        <a:t>Revised by:</a:t>
                      </a:r>
                      <a:endParaRPr lang="en-GB" sz="120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88376">
                <a:tc>
                  <a:txBody>
                    <a:bodyPr/>
                    <a:lstStyle/>
                    <a:p>
                      <a:pPr>
                        <a:lnSpc>
                          <a:spcPct val="115000"/>
                        </a:lnSpc>
                        <a:spcAft>
                          <a:spcPts val="0"/>
                        </a:spcAft>
                      </a:pPr>
                      <a:r>
                        <a:rPr lang="en-US" sz="1050">
                          <a:solidFill>
                            <a:sysClr val="windowText" lastClr="000000"/>
                          </a:solidFill>
                          <a:effectLst/>
                          <a:latin typeface="Trebuchet MS" panose="020B0603020202020204" pitchFamily="34" charset="0"/>
                        </a:rPr>
                        <a:t> </a:t>
                      </a:r>
                      <a:endParaRPr lang="en-GB" sz="120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r>
                        <a:rPr lang="en-US" sz="1050">
                          <a:solidFill>
                            <a:sysClr val="windowText" lastClr="000000"/>
                          </a:solidFill>
                          <a:effectLst/>
                          <a:latin typeface="Trebuchet MS" panose="020B0603020202020204" pitchFamily="34" charset="0"/>
                        </a:rPr>
                        <a:t> </a:t>
                      </a:r>
                      <a:endParaRPr lang="en-GB" sz="120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a:lnSpc>
                          <a:spcPct val="115000"/>
                        </a:lnSpc>
                        <a:spcAft>
                          <a:spcPts val="0"/>
                        </a:spcAft>
                      </a:pPr>
                      <a:r>
                        <a:rPr lang="en-US" sz="1050" dirty="0">
                          <a:solidFill>
                            <a:sysClr val="windowText" lastClr="000000"/>
                          </a:solidFill>
                          <a:effectLst/>
                          <a:latin typeface="Trebuchet MS" panose="020B0603020202020204" pitchFamily="34" charset="0"/>
                        </a:rPr>
                        <a:t> </a:t>
                      </a:r>
                      <a:endParaRPr lang="en-GB" sz="1200" dirty="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r>
                        <a:rPr lang="en-US" sz="1050">
                          <a:solidFill>
                            <a:sysClr val="windowText" lastClr="000000"/>
                          </a:solidFill>
                          <a:effectLst/>
                          <a:latin typeface="Trebuchet MS" panose="020B0603020202020204" pitchFamily="34" charset="0"/>
                        </a:rPr>
                        <a:t> </a:t>
                      </a:r>
                      <a:endParaRPr lang="en-GB" sz="120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88376">
                <a:tc>
                  <a:txBody>
                    <a:bodyPr/>
                    <a:lstStyle/>
                    <a:p>
                      <a:pPr>
                        <a:lnSpc>
                          <a:spcPct val="115000"/>
                        </a:lnSpc>
                        <a:spcAft>
                          <a:spcPts val="0"/>
                        </a:spcAft>
                      </a:pPr>
                      <a:r>
                        <a:rPr lang="en-US" sz="1050">
                          <a:solidFill>
                            <a:sysClr val="windowText" lastClr="000000"/>
                          </a:solidFill>
                          <a:effectLst/>
                          <a:latin typeface="Trebuchet MS" panose="020B0603020202020204" pitchFamily="34" charset="0"/>
                        </a:rPr>
                        <a:t> </a:t>
                      </a:r>
                      <a:endParaRPr lang="en-GB" sz="120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r>
                        <a:rPr lang="en-US" sz="1050">
                          <a:solidFill>
                            <a:sysClr val="windowText" lastClr="000000"/>
                          </a:solidFill>
                          <a:effectLst/>
                          <a:latin typeface="Trebuchet MS" panose="020B0603020202020204" pitchFamily="34" charset="0"/>
                        </a:rPr>
                        <a:t> </a:t>
                      </a:r>
                      <a:endParaRPr lang="en-GB" sz="120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a:lnSpc>
                          <a:spcPct val="115000"/>
                        </a:lnSpc>
                        <a:spcAft>
                          <a:spcPts val="0"/>
                        </a:spcAft>
                      </a:pPr>
                      <a:r>
                        <a:rPr lang="en-US" sz="1050" dirty="0">
                          <a:solidFill>
                            <a:sysClr val="windowText" lastClr="000000"/>
                          </a:solidFill>
                          <a:effectLst/>
                          <a:latin typeface="Trebuchet MS" panose="020B0603020202020204" pitchFamily="34" charset="0"/>
                        </a:rPr>
                        <a:t> </a:t>
                      </a:r>
                      <a:endParaRPr lang="en-GB" sz="1200" dirty="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r>
                        <a:rPr lang="en-US" sz="1050" dirty="0">
                          <a:solidFill>
                            <a:sysClr val="windowText" lastClr="000000"/>
                          </a:solidFill>
                          <a:effectLst/>
                          <a:latin typeface="Trebuchet MS" panose="020B0603020202020204" pitchFamily="34" charset="0"/>
                        </a:rPr>
                        <a:t> </a:t>
                      </a:r>
                      <a:endParaRPr lang="en-GB" sz="1200" dirty="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88376">
                <a:tc>
                  <a:txBody>
                    <a:bodyPr/>
                    <a:lstStyle/>
                    <a:p>
                      <a:pPr>
                        <a:lnSpc>
                          <a:spcPct val="115000"/>
                        </a:lnSpc>
                        <a:spcAft>
                          <a:spcPts val="0"/>
                        </a:spcAft>
                      </a:pPr>
                      <a:r>
                        <a:rPr lang="en-US" sz="1050">
                          <a:solidFill>
                            <a:sysClr val="windowText" lastClr="000000"/>
                          </a:solidFill>
                          <a:effectLst/>
                          <a:latin typeface="Trebuchet MS" panose="020B0603020202020204" pitchFamily="34" charset="0"/>
                        </a:rPr>
                        <a:t> </a:t>
                      </a:r>
                      <a:endParaRPr lang="en-GB" sz="120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r>
                        <a:rPr lang="en-US" sz="1050">
                          <a:solidFill>
                            <a:sysClr val="windowText" lastClr="000000"/>
                          </a:solidFill>
                          <a:effectLst/>
                          <a:latin typeface="Trebuchet MS" panose="020B0603020202020204" pitchFamily="34" charset="0"/>
                        </a:rPr>
                        <a:t> </a:t>
                      </a:r>
                      <a:endParaRPr lang="en-GB" sz="120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r>
                        <a:rPr lang="en-US" sz="1050">
                          <a:solidFill>
                            <a:sysClr val="windowText" lastClr="000000"/>
                          </a:solidFill>
                          <a:effectLst/>
                          <a:latin typeface="Trebuchet MS" panose="020B0603020202020204" pitchFamily="34" charset="0"/>
                        </a:rPr>
                        <a:t> </a:t>
                      </a:r>
                      <a:endParaRPr lang="en-GB" sz="120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r>
                        <a:rPr lang="en-US" sz="1050" dirty="0">
                          <a:solidFill>
                            <a:sysClr val="windowText" lastClr="000000"/>
                          </a:solidFill>
                          <a:effectLst/>
                          <a:latin typeface="Trebuchet MS" panose="020B0603020202020204" pitchFamily="34" charset="0"/>
                        </a:rPr>
                        <a:t> </a:t>
                      </a:r>
                      <a:endParaRPr lang="en-GB" sz="1200" dirty="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88376">
                <a:tc>
                  <a:txBody>
                    <a:bodyPr/>
                    <a:lstStyle/>
                    <a:p>
                      <a:pPr>
                        <a:lnSpc>
                          <a:spcPct val="115000"/>
                        </a:lnSpc>
                        <a:spcAft>
                          <a:spcPts val="0"/>
                        </a:spcAft>
                      </a:pPr>
                      <a:r>
                        <a:rPr lang="en-US" sz="1050">
                          <a:solidFill>
                            <a:sysClr val="windowText" lastClr="000000"/>
                          </a:solidFill>
                          <a:effectLst/>
                          <a:latin typeface="Trebuchet MS" panose="020B0603020202020204" pitchFamily="34" charset="0"/>
                        </a:rPr>
                        <a:t> </a:t>
                      </a:r>
                      <a:endParaRPr lang="en-GB" sz="120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r>
                        <a:rPr lang="en-US" sz="1050">
                          <a:solidFill>
                            <a:sysClr val="windowText" lastClr="000000"/>
                          </a:solidFill>
                          <a:effectLst/>
                          <a:latin typeface="Trebuchet MS" panose="020B0603020202020204" pitchFamily="34" charset="0"/>
                        </a:rPr>
                        <a:t> </a:t>
                      </a:r>
                      <a:endParaRPr lang="en-GB" sz="120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r>
                        <a:rPr lang="en-US" sz="1050">
                          <a:solidFill>
                            <a:sysClr val="windowText" lastClr="000000"/>
                          </a:solidFill>
                          <a:effectLst/>
                          <a:latin typeface="Trebuchet MS" panose="020B0603020202020204" pitchFamily="34" charset="0"/>
                        </a:rPr>
                        <a:t> </a:t>
                      </a:r>
                      <a:endParaRPr lang="en-GB" sz="120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r>
                        <a:rPr lang="en-US" sz="1050" dirty="0">
                          <a:solidFill>
                            <a:sysClr val="windowText" lastClr="000000"/>
                          </a:solidFill>
                          <a:effectLst/>
                          <a:latin typeface="Trebuchet MS" panose="020B0603020202020204" pitchFamily="34" charset="0"/>
                        </a:rPr>
                        <a:t> </a:t>
                      </a:r>
                      <a:endParaRPr lang="en-GB" sz="1200" dirty="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88376">
                <a:tc>
                  <a:txBody>
                    <a:bodyPr/>
                    <a:lstStyle/>
                    <a:p>
                      <a:pPr>
                        <a:lnSpc>
                          <a:spcPct val="115000"/>
                        </a:lnSpc>
                        <a:spcAft>
                          <a:spcPts val="0"/>
                        </a:spcAft>
                      </a:pPr>
                      <a:r>
                        <a:rPr lang="en-US" sz="1050">
                          <a:solidFill>
                            <a:sysClr val="windowText" lastClr="000000"/>
                          </a:solidFill>
                          <a:effectLst/>
                          <a:latin typeface="Trebuchet MS" panose="020B0603020202020204" pitchFamily="34" charset="0"/>
                        </a:rPr>
                        <a:t> </a:t>
                      </a:r>
                      <a:endParaRPr lang="en-GB" sz="120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r>
                        <a:rPr lang="en-US" sz="1050">
                          <a:solidFill>
                            <a:sysClr val="windowText" lastClr="000000"/>
                          </a:solidFill>
                          <a:effectLst/>
                          <a:latin typeface="Trebuchet MS" panose="020B0603020202020204" pitchFamily="34" charset="0"/>
                        </a:rPr>
                        <a:t> </a:t>
                      </a:r>
                      <a:endParaRPr lang="en-GB" sz="120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r>
                        <a:rPr lang="en-US" sz="1050">
                          <a:solidFill>
                            <a:sysClr val="windowText" lastClr="000000"/>
                          </a:solidFill>
                          <a:effectLst/>
                          <a:latin typeface="Trebuchet MS" panose="020B0603020202020204" pitchFamily="34" charset="0"/>
                        </a:rPr>
                        <a:t> </a:t>
                      </a:r>
                      <a:endParaRPr lang="en-GB" sz="120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0"/>
                        </a:spcAft>
                      </a:pPr>
                      <a:r>
                        <a:rPr lang="en-US" sz="1050" dirty="0">
                          <a:solidFill>
                            <a:sysClr val="windowText" lastClr="000000"/>
                          </a:solidFill>
                          <a:effectLst/>
                          <a:latin typeface="Trebuchet MS" panose="020B0603020202020204" pitchFamily="34" charset="0"/>
                        </a:rPr>
                        <a:t> </a:t>
                      </a:r>
                      <a:endParaRPr lang="en-GB" sz="1200" dirty="0">
                        <a:solidFill>
                          <a:sysClr val="windowText" lastClr="000000"/>
                        </a:solidFill>
                        <a:effectLst/>
                        <a:latin typeface="Trebuchet MS" panose="020B0603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17" name="Text Placeholder 12"/>
          <p:cNvSpPr>
            <a:spLocks noGrp="1"/>
          </p:cNvSpPr>
          <p:nvPr>
            <p:ph type="body" sz="quarter" idx="22" hasCustomPrompt="1"/>
          </p:nvPr>
        </p:nvSpPr>
        <p:spPr>
          <a:xfrm>
            <a:off x="1730145" y="2796210"/>
            <a:ext cx="1851255"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18" name="Text Placeholder 12"/>
          <p:cNvSpPr>
            <a:spLocks noGrp="1"/>
          </p:cNvSpPr>
          <p:nvPr>
            <p:ph type="body" sz="quarter" idx="23" hasCustomPrompt="1"/>
          </p:nvPr>
        </p:nvSpPr>
        <p:spPr>
          <a:xfrm>
            <a:off x="1730145" y="3287198"/>
            <a:ext cx="1851255"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19" name="Text Placeholder 12"/>
          <p:cNvSpPr>
            <a:spLocks noGrp="1"/>
          </p:cNvSpPr>
          <p:nvPr>
            <p:ph type="body" sz="quarter" idx="24" hasCustomPrompt="1"/>
          </p:nvPr>
        </p:nvSpPr>
        <p:spPr>
          <a:xfrm>
            <a:off x="1730145" y="3778186"/>
            <a:ext cx="1851255"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20" name="Text Placeholder 12"/>
          <p:cNvSpPr>
            <a:spLocks noGrp="1"/>
          </p:cNvSpPr>
          <p:nvPr>
            <p:ph type="body" sz="quarter" idx="25" hasCustomPrompt="1"/>
          </p:nvPr>
        </p:nvSpPr>
        <p:spPr>
          <a:xfrm>
            <a:off x="1730145" y="4269174"/>
            <a:ext cx="1851255"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21" name="Text Placeholder 12"/>
          <p:cNvSpPr>
            <a:spLocks noGrp="1"/>
          </p:cNvSpPr>
          <p:nvPr>
            <p:ph type="body" sz="quarter" idx="26" hasCustomPrompt="1"/>
          </p:nvPr>
        </p:nvSpPr>
        <p:spPr>
          <a:xfrm>
            <a:off x="1730145" y="4741024"/>
            <a:ext cx="1851255"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22" name="Text Placeholder 12"/>
          <p:cNvSpPr>
            <a:spLocks noGrp="1"/>
          </p:cNvSpPr>
          <p:nvPr>
            <p:ph type="body" sz="quarter" idx="27" hasCustomPrompt="1"/>
          </p:nvPr>
        </p:nvSpPr>
        <p:spPr>
          <a:xfrm>
            <a:off x="4876800" y="2787574"/>
            <a:ext cx="3200400"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23" name="Text Placeholder 12"/>
          <p:cNvSpPr>
            <a:spLocks noGrp="1"/>
          </p:cNvSpPr>
          <p:nvPr>
            <p:ph type="body" sz="quarter" idx="28" hasCustomPrompt="1"/>
          </p:nvPr>
        </p:nvSpPr>
        <p:spPr>
          <a:xfrm>
            <a:off x="4876800" y="3278562"/>
            <a:ext cx="3200400"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24" name="Text Placeholder 12"/>
          <p:cNvSpPr>
            <a:spLocks noGrp="1"/>
          </p:cNvSpPr>
          <p:nvPr>
            <p:ph type="body" sz="quarter" idx="29" hasCustomPrompt="1"/>
          </p:nvPr>
        </p:nvSpPr>
        <p:spPr>
          <a:xfrm>
            <a:off x="4876800" y="3769550"/>
            <a:ext cx="3200400"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25" name="Text Placeholder 12"/>
          <p:cNvSpPr>
            <a:spLocks noGrp="1"/>
          </p:cNvSpPr>
          <p:nvPr>
            <p:ph type="body" sz="quarter" idx="30" hasCustomPrompt="1"/>
          </p:nvPr>
        </p:nvSpPr>
        <p:spPr>
          <a:xfrm>
            <a:off x="4876800" y="4260538"/>
            <a:ext cx="3200400"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26" name="Text Placeholder 12"/>
          <p:cNvSpPr>
            <a:spLocks noGrp="1"/>
          </p:cNvSpPr>
          <p:nvPr>
            <p:ph type="body" sz="quarter" idx="31" hasCustomPrompt="1"/>
          </p:nvPr>
        </p:nvSpPr>
        <p:spPr>
          <a:xfrm>
            <a:off x="4876800" y="4732388"/>
            <a:ext cx="3200400"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27" name="Text Placeholder 12"/>
          <p:cNvSpPr>
            <a:spLocks noGrp="1"/>
          </p:cNvSpPr>
          <p:nvPr>
            <p:ph type="body" sz="quarter" idx="32" hasCustomPrompt="1"/>
          </p:nvPr>
        </p:nvSpPr>
        <p:spPr>
          <a:xfrm>
            <a:off x="8077200" y="2802820"/>
            <a:ext cx="2720745"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28" name="Text Placeholder 12"/>
          <p:cNvSpPr>
            <a:spLocks noGrp="1"/>
          </p:cNvSpPr>
          <p:nvPr>
            <p:ph type="body" sz="quarter" idx="33" hasCustomPrompt="1"/>
          </p:nvPr>
        </p:nvSpPr>
        <p:spPr>
          <a:xfrm>
            <a:off x="8077200" y="3293808"/>
            <a:ext cx="2720745"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29" name="Text Placeholder 12"/>
          <p:cNvSpPr>
            <a:spLocks noGrp="1"/>
          </p:cNvSpPr>
          <p:nvPr>
            <p:ph type="body" sz="quarter" idx="34" hasCustomPrompt="1"/>
          </p:nvPr>
        </p:nvSpPr>
        <p:spPr>
          <a:xfrm>
            <a:off x="8077200" y="3784796"/>
            <a:ext cx="2720745"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30" name="Text Placeholder 12"/>
          <p:cNvSpPr>
            <a:spLocks noGrp="1"/>
          </p:cNvSpPr>
          <p:nvPr>
            <p:ph type="body" sz="quarter" idx="35" hasCustomPrompt="1"/>
          </p:nvPr>
        </p:nvSpPr>
        <p:spPr>
          <a:xfrm>
            <a:off x="8077200" y="4275784"/>
            <a:ext cx="2720745"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31" name="Text Placeholder 12"/>
          <p:cNvSpPr>
            <a:spLocks noGrp="1"/>
          </p:cNvSpPr>
          <p:nvPr>
            <p:ph type="body" sz="quarter" idx="36" hasCustomPrompt="1"/>
          </p:nvPr>
        </p:nvSpPr>
        <p:spPr>
          <a:xfrm>
            <a:off x="8077200" y="4747634"/>
            <a:ext cx="2720745"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32" name="Text Placeholder 12"/>
          <p:cNvSpPr>
            <a:spLocks noGrp="1"/>
          </p:cNvSpPr>
          <p:nvPr>
            <p:ph type="body" sz="quarter" idx="37" hasCustomPrompt="1"/>
          </p:nvPr>
        </p:nvSpPr>
        <p:spPr>
          <a:xfrm>
            <a:off x="3581401" y="2772328"/>
            <a:ext cx="1295400"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33" name="Text Placeholder 12"/>
          <p:cNvSpPr>
            <a:spLocks noGrp="1"/>
          </p:cNvSpPr>
          <p:nvPr>
            <p:ph type="body" sz="quarter" idx="38" hasCustomPrompt="1"/>
          </p:nvPr>
        </p:nvSpPr>
        <p:spPr>
          <a:xfrm>
            <a:off x="3581401" y="3263316"/>
            <a:ext cx="1295400"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34" name="Text Placeholder 12"/>
          <p:cNvSpPr>
            <a:spLocks noGrp="1"/>
          </p:cNvSpPr>
          <p:nvPr>
            <p:ph type="body" sz="quarter" idx="39" hasCustomPrompt="1"/>
          </p:nvPr>
        </p:nvSpPr>
        <p:spPr>
          <a:xfrm>
            <a:off x="3581401" y="3754304"/>
            <a:ext cx="1295400"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35" name="Text Placeholder 12"/>
          <p:cNvSpPr>
            <a:spLocks noGrp="1"/>
          </p:cNvSpPr>
          <p:nvPr>
            <p:ph type="body" sz="quarter" idx="40" hasCustomPrompt="1"/>
          </p:nvPr>
        </p:nvSpPr>
        <p:spPr>
          <a:xfrm>
            <a:off x="3581401" y="4245292"/>
            <a:ext cx="1295400"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36" name="Text Placeholder 12"/>
          <p:cNvSpPr>
            <a:spLocks noGrp="1"/>
          </p:cNvSpPr>
          <p:nvPr>
            <p:ph type="body" sz="quarter" idx="41" hasCustomPrompt="1"/>
          </p:nvPr>
        </p:nvSpPr>
        <p:spPr>
          <a:xfrm>
            <a:off x="3581401" y="4717142"/>
            <a:ext cx="1295400" cy="478460"/>
          </a:xfrm>
          <a:prstGeom prst="rect">
            <a:avLst/>
          </a:prstGeom>
        </p:spPr>
        <p:txBody>
          <a:bodyPr/>
          <a:lstStyle>
            <a:lvl1pPr marL="0" indent="0">
              <a:buNone/>
              <a:defRPr sz="1200">
                <a:solidFill>
                  <a:schemeClr val="tx1"/>
                </a:solidFill>
              </a:defRPr>
            </a:lvl1pPr>
          </a:lstStyle>
          <a:p>
            <a:pPr lvl="0"/>
            <a:r>
              <a:rPr lang="en-US" dirty="0"/>
              <a:t>Third level</a:t>
            </a:r>
          </a:p>
        </p:txBody>
      </p:sp>
      <p:sp>
        <p:nvSpPr>
          <p:cNvPr id="37" name="Date Placeholder 6"/>
          <p:cNvSpPr>
            <a:spLocks noGrp="1"/>
          </p:cNvSpPr>
          <p:nvPr>
            <p:ph type="dt" sz="half" idx="10"/>
          </p:nvPr>
        </p:nvSpPr>
        <p:spPr>
          <a:xfrm>
            <a:off x="609600" y="6356351"/>
            <a:ext cx="2844800" cy="365125"/>
          </a:xfrm>
          <a:prstGeom prst="rect">
            <a:avLst/>
          </a:prstGeom>
        </p:spPr>
        <p:txBody>
          <a:bodyPr/>
          <a:lstStyle>
            <a:lvl1pPr>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4CF911C-0300-4E89-8BDE-7579915E96D2}" type="datetime1">
              <a:rPr kumimoji="0" lang="en-US" sz="1200" b="0" i="0" u="none" strike="noStrike" kern="1200" cap="none" spc="0" normalizeH="0" baseline="0" noProof="0" smtClean="0">
                <a:ln>
                  <a:noFill/>
                </a:ln>
                <a:solidFill>
                  <a:srgbClr val="A6B727"/>
                </a:solidFill>
                <a:effectLst/>
                <a:uLnTx/>
                <a:uFillTx/>
                <a:latin typeface="Calibri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1/26/2026</a:t>
            </a:fld>
            <a:endParaRPr kumimoji="0" lang="en-US" sz="1200" b="0" i="0" u="none" strike="noStrike" kern="1200" cap="none" spc="0" normalizeH="0" baseline="0" noProof="0" dirty="0">
              <a:ln>
                <a:noFill/>
              </a:ln>
              <a:solidFill>
                <a:srgbClr val="A6B727"/>
              </a:solidFill>
              <a:effectLst/>
              <a:uLnTx/>
              <a:uFillTx/>
              <a:latin typeface="Calibri Light"/>
              <a:ea typeface="+mn-ea"/>
              <a:cs typeface="+mn-cs"/>
            </a:endParaRPr>
          </a:p>
        </p:txBody>
      </p:sp>
      <p:sp>
        <p:nvSpPr>
          <p:cNvPr id="38" name="Footer Placeholder 7"/>
          <p:cNvSpPr>
            <a:spLocks noGrp="1"/>
          </p:cNvSpPr>
          <p:nvPr>
            <p:ph type="ftr" sz="quarter" idx="11"/>
          </p:nvPr>
        </p:nvSpPr>
        <p:spPr>
          <a:xfrm>
            <a:off x="4165600" y="6356351"/>
            <a:ext cx="3860800" cy="365125"/>
          </a:xfrm>
          <a:prstGeom prst="rect">
            <a:avLst/>
          </a:prstGeom>
        </p:spPr>
        <p:txBody>
          <a:bodyPr/>
          <a:lstStyle>
            <a:lvl1pP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A6B727"/>
              </a:solidFill>
              <a:effectLst/>
              <a:uLnTx/>
              <a:uFillTx/>
              <a:latin typeface="Calibri Light"/>
              <a:ea typeface="+mn-ea"/>
              <a:cs typeface="+mn-cs"/>
            </a:endParaRPr>
          </a:p>
        </p:txBody>
      </p:sp>
      <p:graphicFrame>
        <p:nvGraphicFramePr>
          <p:cNvPr id="3" name="Table 2">
            <a:extLst>
              <a:ext uri="{FF2B5EF4-FFF2-40B4-BE49-F238E27FC236}">
                <a16:creationId xmlns:a16="http://schemas.microsoft.com/office/drawing/2014/main" id="{EDD9914B-B03A-CC4E-03BE-FB5A51535611}"/>
              </a:ext>
            </a:extLst>
          </p:cNvPr>
          <p:cNvGraphicFramePr>
            <a:graphicFrameLocks noGrp="1"/>
          </p:cNvGraphicFramePr>
          <p:nvPr userDrawn="1">
            <p:extLst>
              <p:ext uri="{D42A27DB-BD31-4B8C-83A1-F6EECF244321}">
                <p14:modId xmlns:p14="http://schemas.microsoft.com/office/powerpoint/2010/main" val="3092509366"/>
              </p:ext>
            </p:extLst>
          </p:nvPr>
        </p:nvGraphicFramePr>
        <p:xfrm>
          <a:off x="270510" y="230474"/>
          <a:ext cx="11620500" cy="1112520"/>
        </p:xfrm>
        <a:graphic>
          <a:graphicData uri="http://schemas.openxmlformats.org/drawingml/2006/table">
            <a:tbl>
              <a:tblPr firstRow="1" bandRow="1"/>
              <a:tblGrid>
                <a:gridCol w="2324100">
                  <a:extLst>
                    <a:ext uri="{9D8B030D-6E8A-4147-A177-3AD203B41FA5}">
                      <a16:colId xmlns:a16="http://schemas.microsoft.com/office/drawing/2014/main" val="152072891"/>
                    </a:ext>
                  </a:extLst>
                </a:gridCol>
                <a:gridCol w="2324100">
                  <a:extLst>
                    <a:ext uri="{9D8B030D-6E8A-4147-A177-3AD203B41FA5}">
                      <a16:colId xmlns:a16="http://schemas.microsoft.com/office/drawing/2014/main" val="469112540"/>
                    </a:ext>
                  </a:extLst>
                </a:gridCol>
                <a:gridCol w="2324100">
                  <a:extLst>
                    <a:ext uri="{9D8B030D-6E8A-4147-A177-3AD203B41FA5}">
                      <a16:colId xmlns:a16="http://schemas.microsoft.com/office/drawing/2014/main" val="1518746254"/>
                    </a:ext>
                  </a:extLst>
                </a:gridCol>
                <a:gridCol w="2324100">
                  <a:extLst>
                    <a:ext uri="{9D8B030D-6E8A-4147-A177-3AD203B41FA5}">
                      <a16:colId xmlns:a16="http://schemas.microsoft.com/office/drawing/2014/main" val="674173241"/>
                    </a:ext>
                  </a:extLst>
                </a:gridCol>
                <a:gridCol w="2324100">
                  <a:extLst>
                    <a:ext uri="{9D8B030D-6E8A-4147-A177-3AD203B41FA5}">
                      <a16:colId xmlns:a16="http://schemas.microsoft.com/office/drawing/2014/main" val="1263982769"/>
                    </a:ext>
                  </a:extLst>
                </a:gridCol>
              </a:tblGrid>
              <a:tr h="370840">
                <a:tc rowSpan="2">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endParaRPr lang="en-GB" dirty="0">
                        <a:solidFill>
                          <a:sysClr val="windowText" lastClr="00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Approved</a:t>
                      </a:r>
                      <a:r>
                        <a:rPr lang="en-US" sz="1200" b="1" baseline="0" dirty="0">
                          <a:solidFill>
                            <a:schemeClr val="bg1"/>
                          </a:solidFill>
                          <a:latin typeface="Trebuchet MS" panose="020B0603020202020204" pitchFamily="34" charset="0"/>
                        </a:rPr>
                        <a:t> by</a:t>
                      </a:r>
                      <a:endParaRPr lang="en-US" sz="1200" b="1" dirty="0">
                        <a:solidFill>
                          <a:schemeClr val="bg1"/>
                        </a:solidFill>
                        <a:latin typeface="Trebuchet MS" panose="020B060302020202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Effective</a:t>
                      </a:r>
                      <a:r>
                        <a:rPr lang="en-US" sz="1200" b="1" baseline="0" dirty="0">
                          <a:solidFill>
                            <a:schemeClr val="bg1"/>
                          </a:solidFill>
                          <a:latin typeface="Trebuchet MS" panose="020B0603020202020204" pitchFamily="34" charset="0"/>
                        </a:rPr>
                        <a:t> Date</a:t>
                      </a:r>
                      <a:endParaRPr lang="en-US" sz="1200" b="1" dirty="0">
                        <a:solidFill>
                          <a:schemeClr val="bg1"/>
                        </a:solidFill>
                        <a:latin typeface="Trebuchet MS" panose="020B060302020202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Classification</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Control Status</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extLst>
                  <a:ext uri="{0D108BD9-81ED-4DB2-BD59-A6C34878D82A}">
                    <a16:rowId xmlns:a16="http://schemas.microsoft.com/office/drawing/2014/main" val="1330761444"/>
                  </a:ext>
                </a:extLst>
              </a:tr>
              <a:tr h="370840">
                <a:tc vMerge="1">
                  <a:txBody>
                    <a:bodyPr/>
                    <a:lstStyle/>
                    <a:p>
                      <a:endParaRPr lang="en-GB" dirty="0"/>
                    </a:p>
                  </a:txBody>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381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gn="ctr"/>
                      <a:r>
                        <a:rPr lang="en-US" sz="1200" b="0" dirty="0">
                          <a:latin typeface="Trebuchet MS" panose="020B0603020202020204" pitchFamily="34" charset="0"/>
                        </a:rPr>
                        <a:t>Internal</a:t>
                      </a:r>
                      <a:r>
                        <a:rPr lang="en-US" sz="1200" b="0" baseline="0" dirty="0">
                          <a:latin typeface="Trebuchet MS" panose="020B0603020202020204" pitchFamily="34" charset="0"/>
                        </a:rPr>
                        <a:t> Use</a:t>
                      </a:r>
                      <a:endParaRPr lang="en-US" sz="1200" b="0" dirty="0">
                        <a:latin typeface="Trebuchet MS" panose="020B0603020202020204" pitchFamily="34"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gn="ctr"/>
                      <a:r>
                        <a:rPr lang="en-US" sz="1200" b="0" dirty="0">
                          <a:latin typeface="Trebuchet MS" panose="020B0603020202020204" pitchFamily="34" charset="0"/>
                        </a:rPr>
                        <a:t>Controlled Copy</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extLst>
                  <a:ext uri="{0D108BD9-81ED-4DB2-BD59-A6C34878D82A}">
                    <a16:rowId xmlns:a16="http://schemas.microsoft.com/office/drawing/2014/main" val="1871440331"/>
                  </a:ext>
                </a:extLst>
              </a:tr>
              <a:tr h="370840">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Trebuchet MS" panose="020B0603020202020204" pitchFamily="34" charset="0"/>
                        </a:rPr>
                        <a:t>Document</a:t>
                      </a:r>
                      <a:r>
                        <a:rPr lang="en-US" sz="1200" b="0" baseline="0" dirty="0">
                          <a:solidFill>
                            <a:schemeClr val="tx1"/>
                          </a:solidFill>
                          <a:latin typeface="Trebuchet MS" panose="020B0603020202020204" pitchFamily="34" charset="0"/>
                        </a:rPr>
                        <a:t> Title</a:t>
                      </a:r>
                      <a:endParaRPr lang="en-US" sz="1200" b="0" dirty="0">
                        <a:solidFill>
                          <a:schemeClr val="tx1"/>
                        </a:solidFill>
                        <a:latin typeface="Trebuchet MS" panose="020B06030202020202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2228443308"/>
                  </a:ext>
                </a:extLst>
              </a:tr>
            </a:tbl>
          </a:graphicData>
        </a:graphic>
      </p:graphicFrame>
      <p:pic>
        <p:nvPicPr>
          <p:cNvPr id="4" name="Picture 3" descr="Pos Logistics Berhad Company Overview &amp; Details - Maukerja">
            <a:extLst>
              <a:ext uri="{FF2B5EF4-FFF2-40B4-BE49-F238E27FC236}">
                <a16:creationId xmlns:a16="http://schemas.microsoft.com/office/drawing/2014/main" id="{02D42E7D-ED6B-5D7D-04F6-B76385B2653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18681" y="439040"/>
            <a:ext cx="1708048" cy="347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259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7" name="Rectangle 6"/>
          <p:cNvSpPr>
            <a:spLocks noChangeAspect="1"/>
          </p:cNvSpPr>
          <p:nvPr userDrawn="1"/>
        </p:nvSpPr>
        <p:spPr>
          <a:xfrm>
            <a:off x="0" y="0"/>
            <a:ext cx="12192000" cy="6876690"/>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8" name="Rectangle 7"/>
          <p:cNvSpPr/>
          <p:nvPr userDrawn="1"/>
        </p:nvSpPr>
        <p:spPr>
          <a:xfrm>
            <a:off x="106680" y="100785"/>
            <a:ext cx="11978640" cy="66751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Light"/>
              <a:ea typeface="+mn-ea"/>
              <a:cs typeface="+mn-cs"/>
            </a:endParaRPr>
          </a:p>
        </p:txBody>
      </p:sp>
      <p:sp>
        <p:nvSpPr>
          <p:cNvPr id="2" name="Date Placeholder 1"/>
          <p:cNvSpPr>
            <a:spLocks noGrp="1"/>
          </p:cNvSpPr>
          <p:nvPr>
            <p:ph type="dt" sz="half" idx="10"/>
          </p:nvPr>
        </p:nvSpPr>
        <p:spPr>
          <a:xfrm>
            <a:off x="1142996" y="6223828"/>
            <a:ext cx="2329074"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59F9CD0-AB6C-45B2-A671-AEFD73B38ECF}" type="datetime1">
              <a:rPr kumimoji="0" lang="en-US" sz="1200" b="0" i="0" u="none" strike="noStrike" kern="1200" cap="none" spc="0" normalizeH="0" baseline="0" noProof="0" smtClean="0">
                <a:ln>
                  <a:noFill/>
                </a:ln>
                <a:solidFill>
                  <a:srgbClr val="A6B727"/>
                </a:solidFill>
                <a:effectLst/>
                <a:uLnTx/>
                <a:uFillTx/>
                <a:latin typeface="Calibri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1/26/2026</a:t>
            </a:fld>
            <a:endParaRPr kumimoji="0" lang="en-US" sz="1200" b="0" i="0" u="none" strike="noStrike" kern="1200" cap="none" spc="0" normalizeH="0" baseline="0" noProof="0">
              <a:ln>
                <a:noFill/>
              </a:ln>
              <a:solidFill>
                <a:srgbClr val="A6B727"/>
              </a:solidFill>
              <a:effectLst/>
              <a:uLnTx/>
              <a:uFillTx/>
              <a:latin typeface="Calibri Light"/>
              <a:ea typeface="+mn-ea"/>
              <a:cs typeface="+mn-cs"/>
            </a:endParaRPr>
          </a:p>
        </p:txBody>
      </p:sp>
      <p:sp>
        <p:nvSpPr>
          <p:cNvPr id="3" name="Footer Placeholder 2"/>
          <p:cNvSpPr>
            <a:spLocks noGrp="1"/>
          </p:cNvSpPr>
          <p:nvPr>
            <p:ph type="ftr" sz="quarter" idx="11"/>
          </p:nvPr>
        </p:nvSpPr>
        <p:spPr>
          <a:xfrm>
            <a:off x="3949148" y="6223828"/>
            <a:ext cx="4717774"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A6B727"/>
              </a:solidFill>
              <a:effectLst/>
              <a:uLnTx/>
              <a:uFillTx/>
              <a:latin typeface="Calibri Light"/>
              <a:ea typeface="+mn-ea"/>
              <a:cs typeface="+mn-cs"/>
            </a:endParaRPr>
          </a:p>
        </p:txBody>
      </p:sp>
      <p:graphicFrame>
        <p:nvGraphicFramePr>
          <p:cNvPr id="4" name="Table 3">
            <a:extLst>
              <a:ext uri="{FF2B5EF4-FFF2-40B4-BE49-F238E27FC236}">
                <a16:creationId xmlns:a16="http://schemas.microsoft.com/office/drawing/2014/main" id="{AB1AC23B-09B7-1126-2F43-5B1B1AD3424A}"/>
              </a:ext>
            </a:extLst>
          </p:cNvPr>
          <p:cNvGraphicFramePr>
            <a:graphicFrameLocks noGrp="1"/>
          </p:cNvGraphicFramePr>
          <p:nvPr userDrawn="1">
            <p:extLst>
              <p:ext uri="{D42A27DB-BD31-4B8C-83A1-F6EECF244321}">
                <p14:modId xmlns:p14="http://schemas.microsoft.com/office/powerpoint/2010/main" val="3092509366"/>
              </p:ext>
            </p:extLst>
          </p:nvPr>
        </p:nvGraphicFramePr>
        <p:xfrm>
          <a:off x="270510" y="230474"/>
          <a:ext cx="11620500" cy="1112520"/>
        </p:xfrm>
        <a:graphic>
          <a:graphicData uri="http://schemas.openxmlformats.org/drawingml/2006/table">
            <a:tbl>
              <a:tblPr firstRow="1" bandRow="1"/>
              <a:tblGrid>
                <a:gridCol w="2324100">
                  <a:extLst>
                    <a:ext uri="{9D8B030D-6E8A-4147-A177-3AD203B41FA5}">
                      <a16:colId xmlns:a16="http://schemas.microsoft.com/office/drawing/2014/main" val="152072891"/>
                    </a:ext>
                  </a:extLst>
                </a:gridCol>
                <a:gridCol w="2324100">
                  <a:extLst>
                    <a:ext uri="{9D8B030D-6E8A-4147-A177-3AD203B41FA5}">
                      <a16:colId xmlns:a16="http://schemas.microsoft.com/office/drawing/2014/main" val="469112540"/>
                    </a:ext>
                  </a:extLst>
                </a:gridCol>
                <a:gridCol w="2324100">
                  <a:extLst>
                    <a:ext uri="{9D8B030D-6E8A-4147-A177-3AD203B41FA5}">
                      <a16:colId xmlns:a16="http://schemas.microsoft.com/office/drawing/2014/main" val="1518746254"/>
                    </a:ext>
                  </a:extLst>
                </a:gridCol>
                <a:gridCol w="2324100">
                  <a:extLst>
                    <a:ext uri="{9D8B030D-6E8A-4147-A177-3AD203B41FA5}">
                      <a16:colId xmlns:a16="http://schemas.microsoft.com/office/drawing/2014/main" val="674173241"/>
                    </a:ext>
                  </a:extLst>
                </a:gridCol>
                <a:gridCol w="2324100">
                  <a:extLst>
                    <a:ext uri="{9D8B030D-6E8A-4147-A177-3AD203B41FA5}">
                      <a16:colId xmlns:a16="http://schemas.microsoft.com/office/drawing/2014/main" val="1263982769"/>
                    </a:ext>
                  </a:extLst>
                </a:gridCol>
              </a:tblGrid>
              <a:tr h="370840">
                <a:tc rowSpan="2">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endParaRPr lang="en-GB" dirty="0">
                        <a:solidFill>
                          <a:sysClr val="windowText" lastClr="00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Approved</a:t>
                      </a:r>
                      <a:r>
                        <a:rPr lang="en-US" sz="1200" b="1" baseline="0" dirty="0">
                          <a:solidFill>
                            <a:schemeClr val="bg1"/>
                          </a:solidFill>
                          <a:latin typeface="Trebuchet MS" panose="020B0603020202020204" pitchFamily="34" charset="0"/>
                        </a:rPr>
                        <a:t> by</a:t>
                      </a:r>
                      <a:endParaRPr lang="en-US" sz="1200" b="1" dirty="0">
                        <a:solidFill>
                          <a:schemeClr val="bg1"/>
                        </a:solidFill>
                        <a:latin typeface="Trebuchet MS" panose="020B060302020202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Effective</a:t>
                      </a:r>
                      <a:r>
                        <a:rPr lang="en-US" sz="1200" b="1" baseline="0" dirty="0">
                          <a:solidFill>
                            <a:schemeClr val="bg1"/>
                          </a:solidFill>
                          <a:latin typeface="Trebuchet MS" panose="020B0603020202020204" pitchFamily="34" charset="0"/>
                        </a:rPr>
                        <a:t> Date</a:t>
                      </a:r>
                      <a:endParaRPr lang="en-US" sz="1200" b="1" dirty="0">
                        <a:solidFill>
                          <a:schemeClr val="bg1"/>
                        </a:solidFill>
                        <a:latin typeface="Trebuchet MS" panose="020B060302020202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Classification</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Control Status</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extLst>
                  <a:ext uri="{0D108BD9-81ED-4DB2-BD59-A6C34878D82A}">
                    <a16:rowId xmlns:a16="http://schemas.microsoft.com/office/drawing/2014/main" val="1330761444"/>
                  </a:ext>
                </a:extLst>
              </a:tr>
              <a:tr h="370840">
                <a:tc vMerge="1">
                  <a:txBody>
                    <a:bodyPr/>
                    <a:lstStyle/>
                    <a:p>
                      <a:endParaRPr lang="en-GB" dirty="0"/>
                    </a:p>
                  </a:txBody>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381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gn="ctr"/>
                      <a:r>
                        <a:rPr lang="en-US" sz="1200" b="0" dirty="0">
                          <a:latin typeface="Trebuchet MS" panose="020B0603020202020204" pitchFamily="34" charset="0"/>
                        </a:rPr>
                        <a:t>Internal</a:t>
                      </a:r>
                      <a:r>
                        <a:rPr lang="en-US" sz="1200" b="0" baseline="0" dirty="0">
                          <a:latin typeface="Trebuchet MS" panose="020B0603020202020204" pitchFamily="34" charset="0"/>
                        </a:rPr>
                        <a:t> Use</a:t>
                      </a:r>
                      <a:endParaRPr lang="en-US" sz="1200" b="0" dirty="0">
                        <a:latin typeface="Trebuchet MS" panose="020B0603020202020204" pitchFamily="34"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gn="ctr"/>
                      <a:r>
                        <a:rPr lang="en-US" sz="1200" b="0" dirty="0">
                          <a:latin typeface="Trebuchet MS" panose="020B0603020202020204" pitchFamily="34" charset="0"/>
                        </a:rPr>
                        <a:t>Controlled Copy</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extLst>
                  <a:ext uri="{0D108BD9-81ED-4DB2-BD59-A6C34878D82A}">
                    <a16:rowId xmlns:a16="http://schemas.microsoft.com/office/drawing/2014/main" val="1871440331"/>
                  </a:ext>
                </a:extLst>
              </a:tr>
              <a:tr h="370840">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Trebuchet MS" panose="020B0603020202020204" pitchFamily="34" charset="0"/>
                        </a:rPr>
                        <a:t>Document</a:t>
                      </a:r>
                      <a:r>
                        <a:rPr lang="en-US" sz="1200" b="0" baseline="0" dirty="0">
                          <a:solidFill>
                            <a:schemeClr val="tx1"/>
                          </a:solidFill>
                          <a:latin typeface="Trebuchet MS" panose="020B0603020202020204" pitchFamily="34" charset="0"/>
                        </a:rPr>
                        <a:t> Title</a:t>
                      </a:r>
                      <a:endParaRPr lang="en-US" sz="1200" b="0" dirty="0">
                        <a:solidFill>
                          <a:schemeClr val="tx1"/>
                        </a:solidFill>
                        <a:latin typeface="Trebuchet MS" panose="020B06030202020202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2228443308"/>
                  </a:ext>
                </a:extLst>
              </a:tr>
            </a:tbl>
          </a:graphicData>
        </a:graphic>
      </p:graphicFrame>
      <p:pic>
        <p:nvPicPr>
          <p:cNvPr id="5" name="Picture 4" descr="Pos Logistics Berhad Company Overview &amp; Details - Maukerja">
            <a:extLst>
              <a:ext uri="{FF2B5EF4-FFF2-40B4-BE49-F238E27FC236}">
                <a16:creationId xmlns:a16="http://schemas.microsoft.com/office/drawing/2014/main" id="{44DCC2CA-6DB0-89A1-AF5F-595985DF50A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18681" y="439040"/>
            <a:ext cx="1708048" cy="347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6012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13" name="Slide Number Placeholder 5">
            <a:extLst>
              <a:ext uri="{FF2B5EF4-FFF2-40B4-BE49-F238E27FC236}">
                <a16:creationId xmlns:a16="http://schemas.microsoft.com/office/drawing/2014/main" id="{E0629D5C-E345-448E-9010-07C0C73449A2}"/>
              </a:ext>
            </a:extLst>
          </p:cNvPr>
          <p:cNvSpPr>
            <a:spLocks noGrp="1"/>
          </p:cNvSpPr>
          <p:nvPr>
            <p:ph type="sldNum" sz="quarter" idx="12"/>
          </p:nvPr>
        </p:nvSpPr>
        <p:spPr>
          <a:xfrm>
            <a:off x="10348574" y="6406876"/>
            <a:ext cx="17062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7C2E56-089A-4EEA-893F-076C96238506}" type="slidenum">
              <a:rPr kumimoji="0" lang="en-US" sz="1200" b="0" i="0" u="none" strike="noStrike" kern="1200" cap="none" spc="0" normalizeH="0" baseline="0" noProof="0" smtClean="0">
                <a:ln>
                  <a:noFill/>
                </a:ln>
                <a:solidFill>
                  <a:srgbClr val="A6B727"/>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A6B727"/>
              </a:solidFill>
              <a:effectLst/>
              <a:uLnTx/>
              <a:uFillTx/>
              <a:latin typeface="Calibri Light"/>
              <a:ea typeface="+mn-ea"/>
              <a:cs typeface="+mn-cs"/>
            </a:endParaRPr>
          </a:p>
        </p:txBody>
      </p:sp>
      <p:sp>
        <p:nvSpPr>
          <p:cNvPr id="6" name="TextBox 5">
            <a:extLst>
              <a:ext uri="{FF2B5EF4-FFF2-40B4-BE49-F238E27FC236}">
                <a16:creationId xmlns:a16="http://schemas.microsoft.com/office/drawing/2014/main" id="{77957575-86D0-496A-BD98-ED1E6B3D7773}"/>
              </a:ext>
            </a:extLst>
          </p:cNvPr>
          <p:cNvSpPr txBox="1"/>
          <p:nvPr userDrawn="1"/>
        </p:nvSpPr>
        <p:spPr>
          <a:xfrm>
            <a:off x="646743" y="1640273"/>
            <a:ext cx="1688968"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SUPPLIERS</a:t>
            </a:r>
          </a:p>
        </p:txBody>
      </p:sp>
      <p:sp>
        <p:nvSpPr>
          <p:cNvPr id="7" name="TextBox 6">
            <a:extLst>
              <a:ext uri="{FF2B5EF4-FFF2-40B4-BE49-F238E27FC236}">
                <a16:creationId xmlns:a16="http://schemas.microsoft.com/office/drawing/2014/main" id="{0FC68B6A-C7A3-4DB3-95D6-608A6FA83D2E}"/>
              </a:ext>
            </a:extLst>
          </p:cNvPr>
          <p:cNvSpPr txBox="1"/>
          <p:nvPr userDrawn="1"/>
        </p:nvSpPr>
        <p:spPr>
          <a:xfrm>
            <a:off x="2857457" y="1640273"/>
            <a:ext cx="154614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INPUTS</a:t>
            </a:r>
          </a:p>
        </p:txBody>
      </p:sp>
      <p:sp>
        <p:nvSpPr>
          <p:cNvPr id="8" name="TextBox 7">
            <a:extLst>
              <a:ext uri="{FF2B5EF4-FFF2-40B4-BE49-F238E27FC236}">
                <a16:creationId xmlns:a16="http://schemas.microsoft.com/office/drawing/2014/main" id="{9759C6FC-28D2-4052-9F1C-5CC640E92891}"/>
              </a:ext>
            </a:extLst>
          </p:cNvPr>
          <p:cNvSpPr txBox="1"/>
          <p:nvPr userDrawn="1"/>
        </p:nvSpPr>
        <p:spPr>
          <a:xfrm>
            <a:off x="5068171" y="1640273"/>
            <a:ext cx="154614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PROCESS</a:t>
            </a:r>
          </a:p>
        </p:txBody>
      </p:sp>
      <p:sp>
        <p:nvSpPr>
          <p:cNvPr id="9" name="TextBox 8">
            <a:extLst>
              <a:ext uri="{FF2B5EF4-FFF2-40B4-BE49-F238E27FC236}">
                <a16:creationId xmlns:a16="http://schemas.microsoft.com/office/drawing/2014/main" id="{5C466633-D345-4D67-9234-74F1225E0D5B}"/>
              </a:ext>
            </a:extLst>
          </p:cNvPr>
          <p:cNvSpPr txBox="1"/>
          <p:nvPr userDrawn="1"/>
        </p:nvSpPr>
        <p:spPr>
          <a:xfrm>
            <a:off x="7278885" y="1640273"/>
            <a:ext cx="154614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OUTPUT</a:t>
            </a:r>
          </a:p>
        </p:txBody>
      </p:sp>
      <p:sp>
        <p:nvSpPr>
          <p:cNvPr id="10" name="TextBox 9">
            <a:extLst>
              <a:ext uri="{FF2B5EF4-FFF2-40B4-BE49-F238E27FC236}">
                <a16:creationId xmlns:a16="http://schemas.microsoft.com/office/drawing/2014/main" id="{C048C226-D87F-434A-AE71-299BCE790509}"/>
              </a:ext>
            </a:extLst>
          </p:cNvPr>
          <p:cNvSpPr txBox="1"/>
          <p:nvPr userDrawn="1"/>
        </p:nvSpPr>
        <p:spPr>
          <a:xfrm>
            <a:off x="9767146" y="1625814"/>
            <a:ext cx="1810961"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CUSTOMERS</a:t>
            </a:r>
          </a:p>
        </p:txBody>
      </p:sp>
      <p:cxnSp>
        <p:nvCxnSpPr>
          <p:cNvPr id="11" name="Straight Connector 10">
            <a:extLst>
              <a:ext uri="{FF2B5EF4-FFF2-40B4-BE49-F238E27FC236}">
                <a16:creationId xmlns:a16="http://schemas.microsoft.com/office/drawing/2014/main" id="{6130971D-2840-4B77-A295-BF6847781B04}"/>
              </a:ext>
            </a:extLst>
          </p:cNvPr>
          <p:cNvCxnSpPr/>
          <p:nvPr userDrawn="1"/>
        </p:nvCxnSpPr>
        <p:spPr>
          <a:xfrm>
            <a:off x="5804232" y="2457075"/>
            <a:ext cx="0" cy="19050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14A0E506-27B6-3259-7D2C-27F3C7D40109}"/>
              </a:ext>
            </a:extLst>
          </p:cNvPr>
          <p:cNvGraphicFramePr>
            <a:graphicFrameLocks noGrp="1"/>
          </p:cNvGraphicFramePr>
          <p:nvPr userDrawn="1">
            <p:extLst>
              <p:ext uri="{D42A27DB-BD31-4B8C-83A1-F6EECF244321}">
                <p14:modId xmlns:p14="http://schemas.microsoft.com/office/powerpoint/2010/main" val="3092509366"/>
              </p:ext>
            </p:extLst>
          </p:nvPr>
        </p:nvGraphicFramePr>
        <p:xfrm>
          <a:off x="270510" y="230474"/>
          <a:ext cx="11620500" cy="1112520"/>
        </p:xfrm>
        <a:graphic>
          <a:graphicData uri="http://schemas.openxmlformats.org/drawingml/2006/table">
            <a:tbl>
              <a:tblPr firstRow="1" bandRow="1"/>
              <a:tblGrid>
                <a:gridCol w="2324100">
                  <a:extLst>
                    <a:ext uri="{9D8B030D-6E8A-4147-A177-3AD203B41FA5}">
                      <a16:colId xmlns:a16="http://schemas.microsoft.com/office/drawing/2014/main" val="152072891"/>
                    </a:ext>
                  </a:extLst>
                </a:gridCol>
                <a:gridCol w="2324100">
                  <a:extLst>
                    <a:ext uri="{9D8B030D-6E8A-4147-A177-3AD203B41FA5}">
                      <a16:colId xmlns:a16="http://schemas.microsoft.com/office/drawing/2014/main" val="469112540"/>
                    </a:ext>
                  </a:extLst>
                </a:gridCol>
                <a:gridCol w="2324100">
                  <a:extLst>
                    <a:ext uri="{9D8B030D-6E8A-4147-A177-3AD203B41FA5}">
                      <a16:colId xmlns:a16="http://schemas.microsoft.com/office/drawing/2014/main" val="1518746254"/>
                    </a:ext>
                  </a:extLst>
                </a:gridCol>
                <a:gridCol w="2324100">
                  <a:extLst>
                    <a:ext uri="{9D8B030D-6E8A-4147-A177-3AD203B41FA5}">
                      <a16:colId xmlns:a16="http://schemas.microsoft.com/office/drawing/2014/main" val="674173241"/>
                    </a:ext>
                  </a:extLst>
                </a:gridCol>
                <a:gridCol w="2324100">
                  <a:extLst>
                    <a:ext uri="{9D8B030D-6E8A-4147-A177-3AD203B41FA5}">
                      <a16:colId xmlns:a16="http://schemas.microsoft.com/office/drawing/2014/main" val="1263982769"/>
                    </a:ext>
                  </a:extLst>
                </a:gridCol>
              </a:tblGrid>
              <a:tr h="370840">
                <a:tc rowSpan="2">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endParaRPr lang="en-GB" dirty="0">
                        <a:solidFill>
                          <a:sysClr val="windowText" lastClr="00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Approved</a:t>
                      </a:r>
                      <a:r>
                        <a:rPr lang="en-US" sz="1200" b="1" baseline="0" dirty="0">
                          <a:solidFill>
                            <a:schemeClr val="bg1"/>
                          </a:solidFill>
                          <a:latin typeface="Trebuchet MS" panose="020B0603020202020204" pitchFamily="34" charset="0"/>
                        </a:rPr>
                        <a:t> by</a:t>
                      </a:r>
                      <a:endParaRPr lang="en-US" sz="1200" b="1" dirty="0">
                        <a:solidFill>
                          <a:schemeClr val="bg1"/>
                        </a:solidFill>
                        <a:latin typeface="Trebuchet MS" panose="020B060302020202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Effective</a:t>
                      </a:r>
                      <a:r>
                        <a:rPr lang="en-US" sz="1200" b="1" baseline="0" dirty="0">
                          <a:solidFill>
                            <a:schemeClr val="bg1"/>
                          </a:solidFill>
                          <a:latin typeface="Trebuchet MS" panose="020B0603020202020204" pitchFamily="34" charset="0"/>
                        </a:rPr>
                        <a:t> Date</a:t>
                      </a:r>
                      <a:endParaRPr lang="en-US" sz="1200" b="1" dirty="0">
                        <a:solidFill>
                          <a:schemeClr val="bg1"/>
                        </a:solidFill>
                        <a:latin typeface="Trebuchet MS" panose="020B060302020202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Classification</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Control Status</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extLst>
                  <a:ext uri="{0D108BD9-81ED-4DB2-BD59-A6C34878D82A}">
                    <a16:rowId xmlns:a16="http://schemas.microsoft.com/office/drawing/2014/main" val="1330761444"/>
                  </a:ext>
                </a:extLst>
              </a:tr>
              <a:tr h="370840">
                <a:tc vMerge="1">
                  <a:txBody>
                    <a:bodyPr/>
                    <a:lstStyle/>
                    <a:p>
                      <a:endParaRPr lang="en-GB" dirty="0"/>
                    </a:p>
                  </a:txBody>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381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gn="ctr"/>
                      <a:r>
                        <a:rPr lang="en-US" sz="1200" b="0" dirty="0">
                          <a:latin typeface="Trebuchet MS" panose="020B0603020202020204" pitchFamily="34" charset="0"/>
                        </a:rPr>
                        <a:t>Internal</a:t>
                      </a:r>
                      <a:r>
                        <a:rPr lang="en-US" sz="1200" b="0" baseline="0" dirty="0">
                          <a:latin typeface="Trebuchet MS" panose="020B0603020202020204" pitchFamily="34" charset="0"/>
                        </a:rPr>
                        <a:t> Use</a:t>
                      </a:r>
                      <a:endParaRPr lang="en-US" sz="1200" b="0" dirty="0">
                        <a:latin typeface="Trebuchet MS" panose="020B0603020202020204" pitchFamily="34"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gn="ctr"/>
                      <a:r>
                        <a:rPr lang="en-US" sz="1200" b="0" dirty="0">
                          <a:latin typeface="Trebuchet MS" panose="020B0603020202020204" pitchFamily="34" charset="0"/>
                        </a:rPr>
                        <a:t>Controlled Copy</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extLst>
                  <a:ext uri="{0D108BD9-81ED-4DB2-BD59-A6C34878D82A}">
                    <a16:rowId xmlns:a16="http://schemas.microsoft.com/office/drawing/2014/main" val="1871440331"/>
                  </a:ext>
                </a:extLst>
              </a:tr>
              <a:tr h="370840">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Trebuchet MS" panose="020B0603020202020204" pitchFamily="34" charset="0"/>
                        </a:rPr>
                        <a:t>Document</a:t>
                      </a:r>
                      <a:r>
                        <a:rPr lang="en-US" sz="1200" b="0" baseline="0" dirty="0">
                          <a:solidFill>
                            <a:schemeClr val="tx1"/>
                          </a:solidFill>
                          <a:latin typeface="Trebuchet MS" panose="020B0603020202020204" pitchFamily="34" charset="0"/>
                        </a:rPr>
                        <a:t> Title</a:t>
                      </a:r>
                      <a:endParaRPr lang="en-US" sz="1200" b="0" dirty="0">
                        <a:solidFill>
                          <a:schemeClr val="tx1"/>
                        </a:solidFill>
                        <a:latin typeface="Trebuchet MS" panose="020B06030202020202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2228443308"/>
                  </a:ext>
                </a:extLst>
              </a:tr>
            </a:tbl>
          </a:graphicData>
        </a:graphic>
      </p:graphicFrame>
      <p:pic>
        <p:nvPicPr>
          <p:cNvPr id="3" name="Picture 2" descr="Pos Logistics Berhad Company Overview &amp; Details - Maukerja">
            <a:extLst>
              <a:ext uri="{FF2B5EF4-FFF2-40B4-BE49-F238E27FC236}">
                <a16:creationId xmlns:a16="http://schemas.microsoft.com/office/drawing/2014/main" id="{8D8C57EE-F8EB-EB79-C1B8-4326E4DCFE4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18681" y="439040"/>
            <a:ext cx="1708048" cy="347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4733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4DDAD3B7-2980-48E1-A242-18F05FA62A89}"/>
              </a:ext>
            </a:extLst>
          </p:cNvPr>
          <p:cNvGrpSpPr/>
          <p:nvPr userDrawn="1"/>
        </p:nvGrpSpPr>
        <p:grpSpPr>
          <a:xfrm>
            <a:off x="9627617" y="1553319"/>
            <a:ext cx="2563868" cy="1144370"/>
            <a:chOff x="8883631" y="1322802"/>
            <a:chExt cx="3168002" cy="1666875"/>
          </a:xfrm>
        </p:grpSpPr>
        <p:sp>
          <p:nvSpPr>
            <p:cNvPr id="14" name="Rectangle 13">
              <a:extLst>
                <a:ext uri="{FF2B5EF4-FFF2-40B4-BE49-F238E27FC236}">
                  <a16:creationId xmlns:a16="http://schemas.microsoft.com/office/drawing/2014/main" id="{39DFC96B-A912-4E91-84C0-0423E97C9088}"/>
                </a:ext>
              </a:extLst>
            </p:cNvPr>
            <p:cNvSpPr/>
            <p:nvPr userDrawn="1"/>
          </p:nvSpPr>
          <p:spPr>
            <a:xfrm>
              <a:off x="9772650" y="1847850"/>
              <a:ext cx="1200150" cy="61912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schemeClr val="bg1"/>
                  </a:solidFill>
                  <a:effectLst/>
                  <a:uLnTx/>
                  <a:uFillTx/>
                  <a:latin typeface="Trebuchet MS" panose="020B0603020202020204" pitchFamily="34" charset="0"/>
                  <a:ea typeface="+mn-ea"/>
                  <a:cs typeface="+mn-cs"/>
                </a:rPr>
                <a:t>Function</a:t>
              </a:r>
            </a:p>
          </p:txBody>
        </p:sp>
        <p:cxnSp>
          <p:nvCxnSpPr>
            <p:cNvPr id="15" name="Straight Arrow Connector 14">
              <a:extLst>
                <a:ext uri="{FF2B5EF4-FFF2-40B4-BE49-F238E27FC236}">
                  <a16:creationId xmlns:a16="http://schemas.microsoft.com/office/drawing/2014/main" id="{D7A03214-838E-4572-A247-C64A7930E98A}"/>
                </a:ext>
              </a:extLst>
            </p:cNvPr>
            <p:cNvCxnSpPr/>
            <p:nvPr userDrawn="1"/>
          </p:nvCxnSpPr>
          <p:spPr>
            <a:xfrm>
              <a:off x="9989958" y="1371600"/>
              <a:ext cx="0" cy="4857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D5864D2-68A9-42D6-98AE-7CB349A42D81}"/>
                </a:ext>
              </a:extLst>
            </p:cNvPr>
            <p:cNvCxnSpPr>
              <a:cxnSpLocks/>
              <a:stCxn id="14" idx="3"/>
            </p:cNvCxnSpPr>
            <p:nvPr userDrawn="1"/>
          </p:nvCxnSpPr>
          <p:spPr>
            <a:xfrm>
              <a:off x="10972800" y="2157413"/>
              <a:ext cx="6008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D310C60-F0EF-498F-9AD2-1ED31B9EA4CD}"/>
                </a:ext>
              </a:extLst>
            </p:cNvPr>
            <p:cNvCxnSpPr>
              <a:cxnSpLocks/>
            </p:cNvCxnSpPr>
            <p:nvPr userDrawn="1"/>
          </p:nvCxnSpPr>
          <p:spPr>
            <a:xfrm flipV="1">
              <a:off x="10828348" y="2466975"/>
              <a:ext cx="0" cy="4857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53518B9-EE49-47B4-AFE5-DBEB54DE4B65}"/>
                </a:ext>
              </a:extLst>
            </p:cNvPr>
            <p:cNvCxnSpPr>
              <a:cxnSpLocks/>
            </p:cNvCxnSpPr>
            <p:nvPr userDrawn="1"/>
          </p:nvCxnSpPr>
          <p:spPr>
            <a:xfrm>
              <a:off x="9171758" y="2157412"/>
              <a:ext cx="6008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B00238B-B906-4280-B671-F1C300F5A167}"/>
                </a:ext>
              </a:extLst>
            </p:cNvPr>
            <p:cNvSpPr txBox="1"/>
            <p:nvPr userDrawn="1"/>
          </p:nvSpPr>
          <p:spPr>
            <a:xfrm>
              <a:off x="9973818" y="1437842"/>
              <a:ext cx="1052510" cy="40347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Controls</a:t>
              </a:r>
            </a:p>
          </p:txBody>
        </p:sp>
        <p:sp>
          <p:nvSpPr>
            <p:cNvPr id="20" name="TextBox 19">
              <a:extLst>
                <a:ext uri="{FF2B5EF4-FFF2-40B4-BE49-F238E27FC236}">
                  <a16:creationId xmlns:a16="http://schemas.microsoft.com/office/drawing/2014/main" id="{5C14D44F-A4E2-4F8E-91B6-7DB1D49A03F6}"/>
                </a:ext>
              </a:extLst>
            </p:cNvPr>
            <p:cNvSpPr txBox="1"/>
            <p:nvPr userDrawn="1"/>
          </p:nvSpPr>
          <p:spPr>
            <a:xfrm>
              <a:off x="8953500" y="1767422"/>
              <a:ext cx="819150" cy="40347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Input</a:t>
              </a:r>
            </a:p>
          </p:txBody>
        </p:sp>
        <p:sp>
          <p:nvSpPr>
            <p:cNvPr id="21" name="TextBox 20">
              <a:extLst>
                <a:ext uri="{FF2B5EF4-FFF2-40B4-BE49-F238E27FC236}">
                  <a16:creationId xmlns:a16="http://schemas.microsoft.com/office/drawing/2014/main" id="{57E12360-8867-4EB8-92CD-D1A53B6D8E3E}"/>
                </a:ext>
              </a:extLst>
            </p:cNvPr>
            <p:cNvSpPr txBox="1"/>
            <p:nvPr userDrawn="1"/>
          </p:nvSpPr>
          <p:spPr>
            <a:xfrm>
              <a:off x="9734407" y="2473321"/>
              <a:ext cx="1200149" cy="40347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Resources</a:t>
              </a:r>
            </a:p>
          </p:txBody>
        </p:sp>
        <p:sp>
          <p:nvSpPr>
            <p:cNvPr id="22" name="TextBox 21">
              <a:extLst>
                <a:ext uri="{FF2B5EF4-FFF2-40B4-BE49-F238E27FC236}">
                  <a16:creationId xmlns:a16="http://schemas.microsoft.com/office/drawing/2014/main" id="{92947B80-14AC-47A8-8A89-B7737EB30AD2}"/>
                </a:ext>
              </a:extLst>
            </p:cNvPr>
            <p:cNvSpPr txBox="1"/>
            <p:nvPr userDrawn="1"/>
          </p:nvSpPr>
          <p:spPr>
            <a:xfrm>
              <a:off x="10999120" y="1765262"/>
              <a:ext cx="1052513" cy="40347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Output</a:t>
              </a:r>
            </a:p>
          </p:txBody>
        </p:sp>
        <p:sp>
          <p:nvSpPr>
            <p:cNvPr id="23" name="Rectangle 22">
              <a:extLst>
                <a:ext uri="{FF2B5EF4-FFF2-40B4-BE49-F238E27FC236}">
                  <a16:creationId xmlns:a16="http://schemas.microsoft.com/office/drawing/2014/main" id="{1A689DFF-6C6A-4E08-8E8C-037237CF263A}"/>
                </a:ext>
              </a:extLst>
            </p:cNvPr>
            <p:cNvSpPr/>
            <p:nvPr userDrawn="1"/>
          </p:nvSpPr>
          <p:spPr>
            <a:xfrm>
              <a:off x="8883631" y="1322802"/>
              <a:ext cx="2992704" cy="1666875"/>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endParaRPr>
            </a:p>
          </p:txBody>
        </p:sp>
      </p:grpSp>
      <p:sp>
        <p:nvSpPr>
          <p:cNvPr id="24" name="Slide Number Placeholder 5">
            <a:extLst>
              <a:ext uri="{FF2B5EF4-FFF2-40B4-BE49-F238E27FC236}">
                <a16:creationId xmlns:a16="http://schemas.microsoft.com/office/drawing/2014/main" id="{520CE387-5120-48E3-9EF2-BC25AE86146F}"/>
              </a:ext>
            </a:extLst>
          </p:cNvPr>
          <p:cNvSpPr txBox="1">
            <a:spLocks/>
          </p:cNvSpPr>
          <p:nvPr userDrawn="1"/>
        </p:nvSpPr>
        <p:spPr>
          <a:xfrm>
            <a:off x="10348574" y="6406876"/>
            <a:ext cx="17062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AF7C2E56-089A-4EEA-893F-076C96238506}" type="slidenum">
              <a:rPr lang="en-US" smtClean="0">
                <a:solidFill>
                  <a:srgbClr val="A6B727"/>
                </a:solidFill>
                <a:latin typeface="Calibri Light"/>
              </a:rPr>
              <a:pPr>
                <a:defRPr/>
              </a:pPr>
              <a:t>‹#›</a:t>
            </a:fld>
            <a:endParaRPr lang="en-US" dirty="0">
              <a:solidFill>
                <a:srgbClr val="A6B727"/>
              </a:solidFill>
              <a:latin typeface="Calibri Light"/>
            </a:endParaRPr>
          </a:p>
        </p:txBody>
      </p:sp>
      <p:graphicFrame>
        <p:nvGraphicFramePr>
          <p:cNvPr id="2" name="Table 1">
            <a:extLst>
              <a:ext uri="{FF2B5EF4-FFF2-40B4-BE49-F238E27FC236}">
                <a16:creationId xmlns:a16="http://schemas.microsoft.com/office/drawing/2014/main" id="{E3D4AEA6-581A-4BAD-5417-444232E14BFB}"/>
              </a:ext>
            </a:extLst>
          </p:cNvPr>
          <p:cNvGraphicFramePr>
            <a:graphicFrameLocks noGrp="1"/>
          </p:cNvGraphicFramePr>
          <p:nvPr userDrawn="1">
            <p:extLst>
              <p:ext uri="{D42A27DB-BD31-4B8C-83A1-F6EECF244321}">
                <p14:modId xmlns:p14="http://schemas.microsoft.com/office/powerpoint/2010/main" val="3092509366"/>
              </p:ext>
            </p:extLst>
          </p:nvPr>
        </p:nvGraphicFramePr>
        <p:xfrm>
          <a:off x="270510" y="230474"/>
          <a:ext cx="11620500" cy="1112520"/>
        </p:xfrm>
        <a:graphic>
          <a:graphicData uri="http://schemas.openxmlformats.org/drawingml/2006/table">
            <a:tbl>
              <a:tblPr firstRow="1" bandRow="1"/>
              <a:tblGrid>
                <a:gridCol w="2324100">
                  <a:extLst>
                    <a:ext uri="{9D8B030D-6E8A-4147-A177-3AD203B41FA5}">
                      <a16:colId xmlns:a16="http://schemas.microsoft.com/office/drawing/2014/main" val="152072891"/>
                    </a:ext>
                  </a:extLst>
                </a:gridCol>
                <a:gridCol w="2324100">
                  <a:extLst>
                    <a:ext uri="{9D8B030D-6E8A-4147-A177-3AD203B41FA5}">
                      <a16:colId xmlns:a16="http://schemas.microsoft.com/office/drawing/2014/main" val="469112540"/>
                    </a:ext>
                  </a:extLst>
                </a:gridCol>
                <a:gridCol w="2324100">
                  <a:extLst>
                    <a:ext uri="{9D8B030D-6E8A-4147-A177-3AD203B41FA5}">
                      <a16:colId xmlns:a16="http://schemas.microsoft.com/office/drawing/2014/main" val="1518746254"/>
                    </a:ext>
                  </a:extLst>
                </a:gridCol>
                <a:gridCol w="2324100">
                  <a:extLst>
                    <a:ext uri="{9D8B030D-6E8A-4147-A177-3AD203B41FA5}">
                      <a16:colId xmlns:a16="http://schemas.microsoft.com/office/drawing/2014/main" val="674173241"/>
                    </a:ext>
                  </a:extLst>
                </a:gridCol>
                <a:gridCol w="2324100">
                  <a:extLst>
                    <a:ext uri="{9D8B030D-6E8A-4147-A177-3AD203B41FA5}">
                      <a16:colId xmlns:a16="http://schemas.microsoft.com/office/drawing/2014/main" val="1263982769"/>
                    </a:ext>
                  </a:extLst>
                </a:gridCol>
              </a:tblGrid>
              <a:tr h="370840">
                <a:tc rowSpan="2">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endParaRPr lang="en-GB" dirty="0">
                        <a:solidFill>
                          <a:sysClr val="windowText" lastClr="00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Approved</a:t>
                      </a:r>
                      <a:r>
                        <a:rPr lang="en-US" sz="1200" b="1" baseline="0" dirty="0">
                          <a:solidFill>
                            <a:schemeClr val="bg1"/>
                          </a:solidFill>
                          <a:latin typeface="Trebuchet MS" panose="020B0603020202020204" pitchFamily="34" charset="0"/>
                        </a:rPr>
                        <a:t> by</a:t>
                      </a:r>
                      <a:endParaRPr lang="en-US" sz="1200" b="1" dirty="0">
                        <a:solidFill>
                          <a:schemeClr val="bg1"/>
                        </a:solidFill>
                        <a:latin typeface="Trebuchet MS" panose="020B060302020202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Effective</a:t>
                      </a:r>
                      <a:r>
                        <a:rPr lang="en-US" sz="1200" b="1" baseline="0" dirty="0">
                          <a:solidFill>
                            <a:schemeClr val="bg1"/>
                          </a:solidFill>
                          <a:latin typeface="Trebuchet MS" panose="020B0603020202020204" pitchFamily="34" charset="0"/>
                        </a:rPr>
                        <a:t> Date</a:t>
                      </a:r>
                      <a:endParaRPr lang="en-US" sz="1200" b="1" dirty="0">
                        <a:solidFill>
                          <a:schemeClr val="bg1"/>
                        </a:solidFill>
                        <a:latin typeface="Trebuchet MS" panose="020B060302020202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Classification</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ctr"/>
                      <a:r>
                        <a:rPr lang="en-US" sz="1200" b="1" dirty="0">
                          <a:solidFill>
                            <a:schemeClr val="bg1"/>
                          </a:solidFill>
                          <a:latin typeface="Trebuchet MS" panose="020B0603020202020204" pitchFamily="34" charset="0"/>
                        </a:rPr>
                        <a:t>Control Status</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lumMod val="75000"/>
                      </a:srgbClr>
                    </a:solidFill>
                  </a:tcPr>
                </a:tc>
                <a:extLst>
                  <a:ext uri="{0D108BD9-81ED-4DB2-BD59-A6C34878D82A}">
                    <a16:rowId xmlns:a16="http://schemas.microsoft.com/office/drawing/2014/main" val="1330761444"/>
                  </a:ext>
                </a:extLst>
              </a:tr>
              <a:tr h="370840">
                <a:tc vMerge="1">
                  <a:txBody>
                    <a:bodyPr/>
                    <a:lstStyle/>
                    <a:p>
                      <a:endParaRPr lang="en-GB" dirty="0"/>
                    </a:p>
                  </a:txBody>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381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gn="ctr"/>
                      <a:r>
                        <a:rPr lang="en-US" sz="1200" b="0" dirty="0">
                          <a:latin typeface="Trebuchet MS" panose="020B0603020202020204" pitchFamily="34" charset="0"/>
                        </a:rPr>
                        <a:t>Internal</a:t>
                      </a:r>
                      <a:r>
                        <a:rPr lang="en-US" sz="1200" b="0" baseline="0" dirty="0">
                          <a:latin typeface="Trebuchet MS" panose="020B0603020202020204" pitchFamily="34" charset="0"/>
                        </a:rPr>
                        <a:t> Use</a:t>
                      </a:r>
                      <a:endParaRPr lang="en-US" sz="1200" b="0" dirty="0">
                        <a:latin typeface="Trebuchet MS" panose="020B0603020202020204" pitchFamily="34"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gn="ctr"/>
                      <a:r>
                        <a:rPr lang="en-US" sz="1200" b="0" dirty="0">
                          <a:latin typeface="Trebuchet MS" panose="020B0603020202020204" pitchFamily="34" charset="0"/>
                        </a:rPr>
                        <a:t>Controlled Copy</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20000"/>
                        <a:lumOff val="80000"/>
                      </a:srgbClr>
                    </a:solidFill>
                  </a:tcPr>
                </a:tc>
                <a:extLst>
                  <a:ext uri="{0D108BD9-81ED-4DB2-BD59-A6C34878D82A}">
                    <a16:rowId xmlns:a16="http://schemas.microsoft.com/office/drawing/2014/main" val="1871440331"/>
                  </a:ext>
                </a:extLst>
              </a:tr>
              <a:tr h="370840">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Trebuchet MS" panose="020B0603020202020204" pitchFamily="34" charset="0"/>
                        </a:rPr>
                        <a:t>Document</a:t>
                      </a:r>
                      <a:r>
                        <a:rPr lang="en-US" sz="1200" b="0" baseline="0" dirty="0">
                          <a:solidFill>
                            <a:schemeClr val="tx1"/>
                          </a:solidFill>
                          <a:latin typeface="Trebuchet MS" panose="020B0603020202020204" pitchFamily="34" charset="0"/>
                        </a:rPr>
                        <a:t> Title</a:t>
                      </a:r>
                      <a:endParaRPr lang="en-US" sz="1200" b="0" dirty="0">
                        <a:solidFill>
                          <a:schemeClr val="tx1"/>
                        </a:solidFill>
                        <a:latin typeface="Trebuchet MS" panose="020B06030202020202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endParaRPr lang="en-GB"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40000"/>
                        <a:lumOff val="60000"/>
                      </a:srgbClr>
                    </a:solidFill>
                  </a:tcPr>
                </a:tc>
                <a:extLst>
                  <a:ext uri="{0D108BD9-81ED-4DB2-BD59-A6C34878D82A}">
                    <a16:rowId xmlns:a16="http://schemas.microsoft.com/office/drawing/2014/main" val="2228443308"/>
                  </a:ext>
                </a:extLst>
              </a:tr>
            </a:tbl>
          </a:graphicData>
        </a:graphic>
      </p:graphicFrame>
      <p:pic>
        <p:nvPicPr>
          <p:cNvPr id="3" name="Picture 2" descr="Pos Logistics Berhad Company Overview &amp; Details - Maukerja">
            <a:extLst>
              <a:ext uri="{FF2B5EF4-FFF2-40B4-BE49-F238E27FC236}">
                <a16:creationId xmlns:a16="http://schemas.microsoft.com/office/drawing/2014/main" id="{0443C5B4-8389-FE48-C205-17606DF1B30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18681" y="439040"/>
            <a:ext cx="1708048" cy="347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7095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Section Header">
    <p:spTree>
      <p:nvGrpSpPr>
        <p:cNvPr id="1" name=""/>
        <p:cNvGrpSpPr/>
        <p:nvPr/>
      </p:nvGrpSpPr>
      <p:grpSpPr>
        <a:xfrm>
          <a:off x="0" y="0"/>
          <a:ext cx="0" cy="0"/>
          <a:chOff x="0" y="0"/>
          <a:chExt cx="0" cy="0"/>
        </a:xfrm>
      </p:grpSpPr>
      <p:pic>
        <p:nvPicPr>
          <p:cNvPr id="7" name="Picture 2" descr="D:\plc\slide in.jpg"/>
          <p:cNvPicPr>
            <a:picLocks noChangeAspect="1" noChangeArrowheads="1"/>
          </p:cNvPicPr>
          <p:nvPr userDrawn="1"/>
        </p:nvPicPr>
        <p:blipFill rotWithShape="1">
          <a:blip r:embed="rId2"/>
          <a:srcRect/>
          <a:stretch>
            <a:fillRect/>
          </a:stretch>
        </p:blipFill>
        <p:spPr bwMode="auto">
          <a:xfrm>
            <a:off x="-19050" y="6781800"/>
            <a:ext cx="12211051" cy="76200"/>
          </a:xfrm>
          <a:prstGeom prst="rect">
            <a:avLst/>
          </a:prstGeom>
          <a:noFill/>
        </p:spPr>
      </p:pic>
      <p:graphicFrame>
        <p:nvGraphicFramePr>
          <p:cNvPr id="2" name="Table 1">
            <a:extLst>
              <a:ext uri="{FF2B5EF4-FFF2-40B4-BE49-F238E27FC236}">
                <a16:creationId xmlns:a16="http://schemas.microsoft.com/office/drawing/2014/main" id="{655C4F46-F0C4-1A34-2166-868BD0A2BDC0}"/>
              </a:ext>
            </a:extLst>
          </p:cNvPr>
          <p:cNvGraphicFramePr>
            <a:graphicFrameLocks noGrp="1"/>
          </p:cNvGraphicFramePr>
          <p:nvPr userDrawn="1">
            <p:extLst>
              <p:ext uri="{D42A27DB-BD31-4B8C-83A1-F6EECF244321}">
                <p14:modId xmlns:p14="http://schemas.microsoft.com/office/powerpoint/2010/main" val="1506737020"/>
              </p:ext>
            </p:extLst>
          </p:nvPr>
        </p:nvGraphicFramePr>
        <p:xfrm>
          <a:off x="931" y="-8822"/>
          <a:ext cx="12191071" cy="1036320"/>
        </p:xfrm>
        <a:graphic>
          <a:graphicData uri="http://schemas.openxmlformats.org/drawingml/2006/table">
            <a:tbl>
              <a:tblPr firstCol="1" bandRow="1"/>
              <a:tblGrid>
                <a:gridCol w="1598400">
                  <a:extLst>
                    <a:ext uri="{9D8B030D-6E8A-4147-A177-3AD203B41FA5}">
                      <a16:colId xmlns:a16="http://schemas.microsoft.com/office/drawing/2014/main" val="20000"/>
                    </a:ext>
                  </a:extLst>
                </a:gridCol>
                <a:gridCol w="10592671">
                  <a:extLst>
                    <a:ext uri="{9D8B030D-6E8A-4147-A177-3AD203B41FA5}">
                      <a16:colId xmlns:a16="http://schemas.microsoft.com/office/drawing/2014/main" val="20001"/>
                    </a:ext>
                  </a:extLst>
                </a:gridCol>
              </a:tblGrid>
              <a:tr h="345440">
                <a:tc gridSpan="2">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l"/>
                      <a:endParaRPr lang="en-GB" sz="1400" dirty="0">
                        <a:latin typeface="Trebuchet MS" panose="020B0603020202020204" pitchFamily="34" charset="0"/>
                      </a:endParaRPr>
                    </a:p>
                  </a:txBody>
                  <a:tcPr marL="91416" marR="91416" marT="45714" marB="45714"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lumMod val="75000"/>
                      </a:srgbClr>
                    </a:solidFill>
                  </a:tcPr>
                </a:tc>
                <a:tc hMerge="1">
                  <a:txBody>
                    <a:bodyPr/>
                    <a:lstStyle/>
                    <a:p>
                      <a:endParaRPr lang="en-GB" sz="1800" dirty="0"/>
                    </a:p>
                  </a:txBody>
                  <a:tcPr marL="91416" marR="91416" marT="45714" marB="45714"/>
                </a:tc>
                <a:extLst>
                  <a:ext uri="{0D108BD9-81ED-4DB2-BD59-A6C34878D82A}">
                    <a16:rowId xmlns:a16="http://schemas.microsoft.com/office/drawing/2014/main" val="1394883968"/>
                  </a:ext>
                </a:extLst>
              </a:tr>
              <a:tr h="345440">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algn="l"/>
                      <a:r>
                        <a:rPr lang="en-US" sz="1200" dirty="0">
                          <a:latin typeface="Trebuchet MS" panose="020B0603020202020204" pitchFamily="34" charset="0"/>
                        </a:rPr>
                        <a:t>Process</a:t>
                      </a:r>
                      <a:r>
                        <a:rPr lang="en-US" sz="1200" baseline="0" dirty="0">
                          <a:latin typeface="Trebuchet MS" panose="020B0603020202020204" pitchFamily="34" charset="0"/>
                        </a:rPr>
                        <a:t> Time</a:t>
                      </a:r>
                      <a:endParaRPr lang="en-GB" sz="1200" dirty="0">
                        <a:latin typeface="Trebuchet MS" panose="020B0603020202020204" pitchFamily="34" charset="0"/>
                      </a:endParaRPr>
                    </a:p>
                  </a:txBody>
                  <a:tcPr marL="91416" marR="91416" marT="45714" marB="45714"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gn="l"/>
                      <a:endParaRPr lang="en-GB" sz="1400" dirty="0"/>
                    </a:p>
                  </a:txBody>
                  <a:tcPr marL="91416" marR="91416" marT="45714" marB="4571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10000"/>
                  </a:ext>
                </a:extLst>
              </a:tr>
              <a:tr h="345440">
                <a:tc>
                  <a:txBody>
                    <a:bodyPr/>
                    <a:lstStyle>
                      <a:lvl1pPr marL="0" algn="l" defTabSz="914400" rtl="0" eaLnBrk="1" latinLnBrk="0" hangingPunct="1">
                        <a:defRPr sz="1800" b="1" kern="1200">
                          <a:solidFill>
                            <a:schemeClr val="lt1"/>
                          </a:solidFill>
                          <a:latin typeface="Trebuchet MS" panose="020B0603020202020204"/>
                        </a:defRPr>
                      </a:lvl1pPr>
                      <a:lvl2pPr marL="457200" algn="l" defTabSz="914400" rtl="0" eaLnBrk="1" latinLnBrk="0" hangingPunct="1">
                        <a:defRPr sz="1800" b="1" kern="1200">
                          <a:solidFill>
                            <a:schemeClr val="lt1"/>
                          </a:solidFill>
                          <a:latin typeface="Trebuchet MS" panose="020B0603020202020204"/>
                        </a:defRPr>
                      </a:lvl2pPr>
                      <a:lvl3pPr marL="914400" algn="l" defTabSz="914400" rtl="0" eaLnBrk="1" latinLnBrk="0" hangingPunct="1">
                        <a:defRPr sz="1800" b="1" kern="1200">
                          <a:solidFill>
                            <a:schemeClr val="lt1"/>
                          </a:solidFill>
                          <a:latin typeface="Trebuchet MS" panose="020B0603020202020204"/>
                        </a:defRPr>
                      </a:lvl3pPr>
                      <a:lvl4pPr marL="1371600" algn="l" defTabSz="914400" rtl="0" eaLnBrk="1" latinLnBrk="0" hangingPunct="1">
                        <a:defRPr sz="1800" b="1" kern="1200">
                          <a:solidFill>
                            <a:schemeClr val="lt1"/>
                          </a:solidFill>
                          <a:latin typeface="Trebuchet MS" panose="020B0603020202020204"/>
                        </a:defRPr>
                      </a:lvl4pPr>
                      <a:lvl5pPr marL="1828800" algn="l" defTabSz="914400" rtl="0" eaLnBrk="1" latinLnBrk="0" hangingPunct="1">
                        <a:defRPr sz="1800" b="1" kern="1200">
                          <a:solidFill>
                            <a:schemeClr val="lt1"/>
                          </a:solidFill>
                          <a:latin typeface="Trebuchet MS" panose="020B0603020202020204"/>
                        </a:defRPr>
                      </a:lvl5pPr>
                      <a:lvl6pPr marL="2286000" algn="l" defTabSz="914400" rtl="0" eaLnBrk="1" latinLnBrk="0" hangingPunct="1">
                        <a:defRPr sz="1800" b="1" kern="1200">
                          <a:solidFill>
                            <a:schemeClr val="lt1"/>
                          </a:solidFill>
                          <a:latin typeface="Trebuchet MS" panose="020B0603020202020204"/>
                        </a:defRPr>
                      </a:lvl6pPr>
                      <a:lvl7pPr marL="2743200" algn="l" defTabSz="914400" rtl="0" eaLnBrk="1" latinLnBrk="0" hangingPunct="1">
                        <a:defRPr sz="1800" b="1" kern="1200">
                          <a:solidFill>
                            <a:schemeClr val="lt1"/>
                          </a:solidFill>
                          <a:latin typeface="Trebuchet MS" panose="020B0603020202020204"/>
                        </a:defRPr>
                      </a:lvl7pPr>
                      <a:lvl8pPr marL="3200400" algn="l" defTabSz="914400" rtl="0" eaLnBrk="1" latinLnBrk="0" hangingPunct="1">
                        <a:defRPr sz="1800" b="1" kern="1200">
                          <a:solidFill>
                            <a:schemeClr val="lt1"/>
                          </a:solidFill>
                          <a:latin typeface="Trebuchet MS" panose="020B0603020202020204"/>
                        </a:defRPr>
                      </a:lvl8pPr>
                      <a:lvl9pPr marL="3657600" algn="l" defTabSz="914400" rtl="0" eaLnBrk="1" latinLnBrk="0" hangingPunct="1">
                        <a:defRPr sz="1800" b="1" kern="1200">
                          <a:solidFill>
                            <a:schemeClr val="lt1"/>
                          </a:solidFill>
                          <a:latin typeface="Trebuchet MS" panose="020B0603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rebuchet MS" panose="020B0603020202020204" pitchFamily="34" charset="0"/>
                        </a:rPr>
                        <a:t>Lead</a:t>
                      </a:r>
                      <a:r>
                        <a:rPr lang="en-US" sz="1200" baseline="0" dirty="0">
                          <a:latin typeface="Trebuchet MS" panose="020B0603020202020204" pitchFamily="34" charset="0"/>
                        </a:rPr>
                        <a:t> Time</a:t>
                      </a:r>
                      <a:endParaRPr lang="en-GB" sz="1200" dirty="0">
                        <a:latin typeface="Trebuchet MS" panose="020B0603020202020204" pitchFamily="34" charset="0"/>
                        <a:cs typeface="Calibri" panose="020F0502020204030204" pitchFamily="34" charset="0"/>
                      </a:endParaRPr>
                    </a:p>
                  </a:txBody>
                  <a:tcPr marL="91416" marR="91416" marT="45714" marB="45714"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gn="l"/>
                      <a:endParaRPr lang="en-GB" sz="1400" dirty="0"/>
                    </a:p>
                  </a:txBody>
                  <a:tcPr marL="91416" marR="91416" marT="45714" marB="4571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1147309905"/>
                  </a:ext>
                </a:extLst>
              </a:tr>
            </a:tbl>
          </a:graphicData>
        </a:graphic>
      </p:graphicFrame>
    </p:spTree>
    <p:extLst>
      <p:ext uri="{BB962C8B-B14F-4D97-AF65-F5344CB8AC3E}">
        <p14:creationId xmlns:p14="http://schemas.microsoft.com/office/powerpoint/2010/main" val="1840601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082CBA7-F174-4625-BCA6-27DE9C5F533B}"/>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a:xfrm>
            <a:off x="1142996" y="6223828"/>
            <a:ext cx="2329074" cy="365125"/>
          </a:xfrm>
          <a:prstGeom prst="rect">
            <a:avLst/>
          </a:prstGeom>
        </p:spPr>
        <p:txBody>
          <a:bodyPr/>
          <a:lstStyle>
            <a:lvl1pPr>
              <a:defRPr>
                <a:solidFill>
                  <a:srgbClr val="FFFFFF"/>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9C13DD4-2CF6-467B-8595-9E0F04B43283}" type="datetimeFigureOut">
              <a:rPr kumimoji="0" lang="en-US" sz="1200" b="0" i="0" u="none" strike="noStrike" kern="1200" cap="none" spc="0" normalizeH="0" baseline="0" noProof="0" smtClean="0">
                <a:ln>
                  <a:noFill/>
                </a:ln>
                <a:solidFill>
                  <a:srgbClr val="FFFFFF"/>
                </a:solidFill>
                <a:effectLst/>
                <a:uLnTx/>
                <a:uFillTx/>
                <a:latin typeface="Corbel" panose="020B0503020204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1/26/2026</a:t>
            </a:fld>
            <a:endParaRPr kumimoji="0" lang="en-US" sz="12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5" name="Footer Placeholder 4"/>
          <p:cNvSpPr>
            <a:spLocks noGrp="1"/>
          </p:cNvSpPr>
          <p:nvPr>
            <p:ph type="ftr" sz="quarter" idx="11"/>
          </p:nvPr>
        </p:nvSpPr>
        <p:spPr>
          <a:xfrm>
            <a:off x="3949148" y="6223828"/>
            <a:ext cx="4717774" cy="365125"/>
          </a:xfrm>
          <a:prstGeom prst="rect">
            <a:avLst/>
          </a:prstGeom>
        </p:spPr>
        <p:txBody>
          <a:bodyPr/>
          <a:lstStyle>
            <a:lvl1pPr>
              <a:defRPr>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6" name="Slide Number Placeholder 5"/>
          <p:cNvSpPr>
            <a:spLocks noGrp="1"/>
          </p:cNvSpPr>
          <p:nvPr>
            <p:ph type="sldNum" sz="quarter" idx="12"/>
          </p:nvPr>
        </p:nvSpPr>
        <p:spPr/>
        <p:txBody>
          <a:bodyPr/>
          <a:lstStyle>
            <a:lvl1pPr>
              <a:defRPr>
                <a:solidFill>
                  <a:srgbClr val="FFFFFF"/>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F7C2E56-089A-4EEA-893F-076C96238506}" type="slidenum">
              <a:rPr kumimoji="0" lang="en-US" sz="1200" b="0" i="0" u="none" strike="noStrike" kern="1200" cap="none" spc="0" normalizeH="0" baseline="0" noProof="0" smtClean="0">
                <a:ln>
                  <a:noFill/>
                </a:ln>
                <a:solidFill>
                  <a:srgbClr val="FFFFFF"/>
                </a:solidFill>
                <a:effectLst/>
                <a:uLnTx/>
                <a:uFillTx/>
                <a:latin typeface="Corbel" panose="020B0503020204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
        <p:nvSpPr>
          <p:cNvPr id="12" name="Rectangle 11">
            <a:extLst>
              <a:ext uri="{FF2B5EF4-FFF2-40B4-BE49-F238E27FC236}">
                <a16:creationId xmlns:a16="http://schemas.microsoft.com/office/drawing/2014/main" id="{07870DCD-3964-4E37-91B7-E4B56C8223BE}"/>
              </a:ext>
            </a:extLst>
          </p:cNvPr>
          <p:cNvSpPr/>
          <p:nvPr userDrawn="1"/>
        </p:nvSpPr>
        <p:spPr>
          <a:xfrm>
            <a:off x="69273" y="90055"/>
            <a:ext cx="12053454" cy="6698671"/>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4347D"/>
              </a:solidFill>
            </a:endParaRPr>
          </a:p>
        </p:txBody>
      </p:sp>
    </p:spTree>
    <p:extLst>
      <p:ext uri="{BB962C8B-B14F-4D97-AF65-F5344CB8AC3E}">
        <p14:creationId xmlns:p14="http://schemas.microsoft.com/office/powerpoint/2010/main" val="45265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p:bg>
      <p:bgPr>
        <a:blipFill dpi="0" rotWithShape="1">
          <a:blip r:embed="rId2">
            <a:alphaModFix amt="15000"/>
            <a:lum/>
          </a:blip>
          <a:srcRect/>
          <a:stretch>
            <a:fillRect t="-4000" b="-4000"/>
          </a:stretch>
        </a:blipFill>
        <a:effectLst/>
      </p:bgPr>
    </p:bg>
    <p:spTree>
      <p:nvGrpSpPr>
        <p:cNvPr id="1" name=""/>
        <p:cNvGrpSpPr/>
        <p:nvPr/>
      </p:nvGrpSpPr>
      <p:grpSpPr>
        <a:xfrm>
          <a:off x="0" y="0"/>
          <a:ext cx="0" cy="0"/>
          <a:chOff x="0" y="0"/>
          <a:chExt cx="0" cy="0"/>
        </a:xfrm>
      </p:grpSpPr>
      <p:pic>
        <p:nvPicPr>
          <p:cNvPr id="15" name="Picture 14" descr="HD-ShadowLong.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sp>
        <p:nvSpPr>
          <p:cNvPr id="17" name="Rectangle 16"/>
          <p:cNvSpPr/>
          <p:nvPr userDrawn="1"/>
        </p:nvSpPr>
        <p:spPr bwMode="ltGray">
          <a:xfrm>
            <a:off x="0" y="609600"/>
            <a:ext cx="10437812" cy="1368198"/>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defTabSz="457200"/>
            <a:endParaRPr lang="en-GB" sz="1800" dirty="0">
              <a:solidFill>
                <a:prstClr val="white"/>
              </a:solidFill>
            </a:endParaRPr>
          </a:p>
        </p:txBody>
      </p:sp>
      <p:sp>
        <p:nvSpPr>
          <p:cNvPr id="18" name="Rectangle 17"/>
          <p:cNvSpPr/>
          <p:nvPr userDrawn="1"/>
        </p:nvSpPr>
        <p:spPr>
          <a:xfrm>
            <a:off x="10585828" y="609600"/>
            <a:ext cx="1602997" cy="13681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defTabSz="457200"/>
            <a:endParaRPr lang="en-GB" sz="1800" dirty="0">
              <a:solidFill>
                <a:prstClr val="white"/>
              </a:solidFill>
            </a:endParaRPr>
          </a:p>
        </p:txBody>
      </p:sp>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680322" y="2336873"/>
            <a:ext cx="9613861" cy="359931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GB"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GB" dirty="0">
              <a:solidFill>
                <a:prstClr val="black">
                  <a:tint val="75000"/>
                </a:prstClr>
              </a:solidFill>
            </a:endParaRPr>
          </a:p>
        </p:txBody>
      </p:sp>
      <p:sp>
        <p:nvSpPr>
          <p:cNvPr id="6" name="Rectangle 5">
            <a:extLst>
              <a:ext uri="{FF2B5EF4-FFF2-40B4-BE49-F238E27FC236}">
                <a16:creationId xmlns:a16="http://schemas.microsoft.com/office/drawing/2014/main" id="{798117CA-39D6-4DF5-A777-B6690300B4DC}"/>
              </a:ext>
            </a:extLst>
          </p:cNvPr>
          <p:cNvSpPr/>
          <p:nvPr userDrawn="1"/>
        </p:nvSpPr>
        <p:spPr>
          <a:xfrm>
            <a:off x="10555696" y="609600"/>
            <a:ext cx="1633129" cy="1360640"/>
          </a:xfrm>
          <a:prstGeom prst="rect">
            <a:avLst/>
          </a:prstGeom>
          <a:solidFill>
            <a:schemeClr val="bg1"/>
          </a:solidFill>
          <a:ln>
            <a:noFill/>
          </a:ln>
          <a:effectLst>
            <a:outerShdw blurRad="101600" dist="38100" dir="8100000" algn="tr" rotWithShape="0">
              <a:prstClr val="black">
                <a:alpha val="6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GB" sz="1800" dirty="0">
              <a:solidFill>
                <a:prstClr val="white"/>
              </a:solidFill>
            </a:endParaRPr>
          </a:p>
        </p:txBody>
      </p:sp>
      <p:sp>
        <p:nvSpPr>
          <p:cNvPr id="7" name="TextBox 6">
            <a:extLst>
              <a:ext uri="{FF2B5EF4-FFF2-40B4-BE49-F238E27FC236}">
                <a16:creationId xmlns:a16="http://schemas.microsoft.com/office/drawing/2014/main" id="{00FB0305-9659-484C-A695-9A5274F779D2}"/>
              </a:ext>
            </a:extLst>
          </p:cNvPr>
          <p:cNvSpPr txBox="1"/>
          <p:nvPr userDrawn="1"/>
        </p:nvSpPr>
        <p:spPr>
          <a:xfrm>
            <a:off x="11513197" y="6479959"/>
            <a:ext cx="678804" cy="369332"/>
          </a:xfrm>
          <a:prstGeom prst="rect">
            <a:avLst/>
          </a:prstGeom>
          <a:noFill/>
        </p:spPr>
        <p:txBody>
          <a:bodyPr wrap="square" rtlCol="0">
            <a:spAutoFit/>
          </a:bodyPr>
          <a:lstStyle/>
          <a:p>
            <a:fld id="{03EB6931-75CA-4DBB-A5A9-36EC7D2BD89D}" type="slidenum">
              <a:rPr lang="en-GB" sz="1800" smtClean="0"/>
              <a:t>‹#›</a:t>
            </a:fld>
            <a:endParaRPr lang="en-GB" sz="1800" dirty="0"/>
          </a:p>
        </p:txBody>
      </p:sp>
      <p:pic>
        <p:nvPicPr>
          <p:cNvPr id="8" name="Picture 7" descr="Pos Logistics Berhad Company Overview &amp; Details - Maukerja">
            <a:extLst>
              <a:ext uri="{FF2B5EF4-FFF2-40B4-BE49-F238E27FC236}">
                <a16:creationId xmlns:a16="http://schemas.microsoft.com/office/drawing/2014/main" id="{319759CE-9E6B-483E-8A31-9463CEDAE184}"/>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0533302" y="1116073"/>
            <a:ext cx="1708048" cy="347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8357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494F3-9DF7-4559-9710-B5765BE20F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9FB007F1-8B97-4B23-A322-DD844DD155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69EB491A-D2AD-4E6F-AB02-72EBF365A6A4}"/>
              </a:ext>
            </a:extLst>
          </p:cNvPr>
          <p:cNvSpPr>
            <a:spLocks noGrp="1"/>
          </p:cNvSpPr>
          <p:nvPr>
            <p:ph type="dt" sz="half" idx="10"/>
          </p:nvPr>
        </p:nvSpPr>
        <p:spPr/>
        <p:txBody>
          <a:bodyPr/>
          <a:lstStyle/>
          <a:p>
            <a:fld id="{A6316263-66E7-4794-BD22-92E88D4BE400}" type="datetimeFigureOut">
              <a:rPr lang="en-GB" smtClean="0"/>
              <a:t>26/01/2026</a:t>
            </a:fld>
            <a:endParaRPr lang="en-GB"/>
          </a:p>
        </p:txBody>
      </p:sp>
      <p:sp>
        <p:nvSpPr>
          <p:cNvPr id="5" name="Footer Placeholder 4">
            <a:extLst>
              <a:ext uri="{FF2B5EF4-FFF2-40B4-BE49-F238E27FC236}">
                <a16:creationId xmlns:a16="http://schemas.microsoft.com/office/drawing/2014/main" id="{56E30EDB-AAC3-4675-89A4-DA0EEB5C1F8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4B32B26-8F8F-4661-B0C8-DC7EC9D95044}"/>
              </a:ext>
            </a:extLst>
          </p:cNvPr>
          <p:cNvSpPr>
            <a:spLocks noGrp="1"/>
          </p:cNvSpPr>
          <p:nvPr>
            <p:ph type="sldNum" sz="quarter" idx="12"/>
          </p:nvPr>
        </p:nvSpPr>
        <p:spPr/>
        <p:txBody>
          <a:bodyPr/>
          <a:lstStyle/>
          <a:p>
            <a:fld id="{A1002C40-A216-4022-A4A1-DAD95010D4DB}" type="slidenum">
              <a:rPr lang="en-GB" smtClean="0"/>
              <a:t>‹#›</a:t>
            </a:fld>
            <a:endParaRPr lang="en-GB"/>
          </a:p>
        </p:txBody>
      </p:sp>
      <p:pic>
        <p:nvPicPr>
          <p:cNvPr id="8" name="Picture 7" descr="Pos Logistics Berhad Company Overview &amp; Details - Maukerja">
            <a:extLst>
              <a:ext uri="{FF2B5EF4-FFF2-40B4-BE49-F238E27FC236}">
                <a16:creationId xmlns:a16="http://schemas.microsoft.com/office/drawing/2014/main" id="{5708441E-6ECC-4417-8A95-6AC178976E4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290754" y="136525"/>
            <a:ext cx="1708048" cy="347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03323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227B5-D78A-4EDE-8178-9A755A934652}"/>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621CC2BC-6A9D-4679-847B-A538E7FF5A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6B7BA42B-5868-45D9-910C-867FE337AB54}"/>
              </a:ext>
            </a:extLst>
          </p:cNvPr>
          <p:cNvSpPr>
            <a:spLocks noGrp="1"/>
          </p:cNvSpPr>
          <p:nvPr>
            <p:ph type="dt" sz="half" idx="10"/>
          </p:nvPr>
        </p:nvSpPr>
        <p:spPr/>
        <p:txBody>
          <a:bodyPr/>
          <a:lstStyle/>
          <a:p>
            <a:endParaRPr lang="en-GB" dirty="0">
              <a:solidFill>
                <a:prstClr val="black">
                  <a:tint val="75000"/>
                </a:prstClr>
              </a:solidFill>
            </a:endParaRPr>
          </a:p>
        </p:txBody>
      </p:sp>
      <p:sp>
        <p:nvSpPr>
          <p:cNvPr id="5" name="Footer Placeholder 4">
            <a:extLst>
              <a:ext uri="{FF2B5EF4-FFF2-40B4-BE49-F238E27FC236}">
                <a16:creationId xmlns:a16="http://schemas.microsoft.com/office/drawing/2014/main" id="{3FAF3DA0-E292-414E-B162-2F2062EF670B}"/>
              </a:ext>
            </a:extLst>
          </p:cNvPr>
          <p:cNvSpPr>
            <a:spLocks noGrp="1"/>
          </p:cNvSpPr>
          <p:nvPr>
            <p:ph type="ftr" sz="quarter" idx="11"/>
          </p:nvPr>
        </p:nvSpPr>
        <p:spPr/>
        <p:txBody>
          <a:bodyPr/>
          <a:lstStyle/>
          <a:p>
            <a:endParaRPr lang="en-GB" dirty="0">
              <a:solidFill>
                <a:prstClr val="black">
                  <a:tint val="75000"/>
                </a:prstClr>
              </a:solidFill>
            </a:endParaRPr>
          </a:p>
        </p:txBody>
      </p:sp>
      <p:sp>
        <p:nvSpPr>
          <p:cNvPr id="6" name="Slide Number Placeholder 5">
            <a:extLst>
              <a:ext uri="{FF2B5EF4-FFF2-40B4-BE49-F238E27FC236}">
                <a16:creationId xmlns:a16="http://schemas.microsoft.com/office/drawing/2014/main" id="{32952FA1-A21A-4AC8-9504-E91DA10C4584}"/>
              </a:ext>
            </a:extLst>
          </p:cNvPr>
          <p:cNvSpPr>
            <a:spLocks noGrp="1"/>
          </p:cNvSpPr>
          <p:nvPr>
            <p:ph type="sldNum" sz="quarter" idx="12"/>
          </p:nvPr>
        </p:nvSpPr>
        <p:spPr/>
        <p:txBody>
          <a:bodyPr/>
          <a:lstStyle/>
          <a:p>
            <a:fld id="{B2450C3D-4F6B-4270-848B-021A28F95277}" type="slidenum">
              <a:rPr lang="en-MY" smtClean="0"/>
              <a:t>‹#›</a:t>
            </a:fld>
            <a:endParaRPr lang="en-MY"/>
          </a:p>
        </p:txBody>
      </p:sp>
      <p:pic>
        <p:nvPicPr>
          <p:cNvPr id="7" name="Picture 6" descr="HD-ShadowLong.png">
            <a:extLst>
              <a:ext uri="{FF2B5EF4-FFF2-40B4-BE49-F238E27FC236}">
                <a16:creationId xmlns:a16="http://schemas.microsoft.com/office/drawing/2014/main" id="{C8F69883-49F4-442A-854A-0E4893F63E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sp>
        <p:nvSpPr>
          <p:cNvPr id="8" name="Rectangle 7">
            <a:extLst>
              <a:ext uri="{FF2B5EF4-FFF2-40B4-BE49-F238E27FC236}">
                <a16:creationId xmlns:a16="http://schemas.microsoft.com/office/drawing/2014/main" id="{AC006A94-67F9-4D7F-A8D1-E417BFDF0EAD}"/>
              </a:ext>
            </a:extLst>
          </p:cNvPr>
          <p:cNvSpPr/>
          <p:nvPr userDrawn="1"/>
        </p:nvSpPr>
        <p:spPr bwMode="ltGray">
          <a:xfrm>
            <a:off x="0" y="609600"/>
            <a:ext cx="10437812" cy="1368198"/>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defTabSz="457200"/>
            <a:endParaRPr lang="en-GB" sz="1800" dirty="0">
              <a:solidFill>
                <a:prstClr val="white"/>
              </a:solidFill>
            </a:endParaRPr>
          </a:p>
        </p:txBody>
      </p:sp>
      <p:sp>
        <p:nvSpPr>
          <p:cNvPr id="9" name="Rectangle 8">
            <a:extLst>
              <a:ext uri="{FF2B5EF4-FFF2-40B4-BE49-F238E27FC236}">
                <a16:creationId xmlns:a16="http://schemas.microsoft.com/office/drawing/2014/main" id="{E1245E92-35E6-4E87-AED9-CF922F2E6AC8}"/>
              </a:ext>
            </a:extLst>
          </p:cNvPr>
          <p:cNvSpPr/>
          <p:nvPr userDrawn="1"/>
        </p:nvSpPr>
        <p:spPr>
          <a:xfrm>
            <a:off x="10585828" y="609600"/>
            <a:ext cx="1602997" cy="13681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defTabSz="457200"/>
            <a:endParaRPr lang="en-GB" sz="1800" dirty="0">
              <a:solidFill>
                <a:prstClr val="white"/>
              </a:solidFill>
            </a:endParaRPr>
          </a:p>
        </p:txBody>
      </p:sp>
      <p:sp>
        <p:nvSpPr>
          <p:cNvPr id="10" name="Rectangle 9">
            <a:extLst>
              <a:ext uri="{FF2B5EF4-FFF2-40B4-BE49-F238E27FC236}">
                <a16:creationId xmlns:a16="http://schemas.microsoft.com/office/drawing/2014/main" id="{EFD53595-77AE-45D1-8190-6F2B59545368}"/>
              </a:ext>
            </a:extLst>
          </p:cNvPr>
          <p:cNvSpPr/>
          <p:nvPr userDrawn="1"/>
        </p:nvSpPr>
        <p:spPr>
          <a:xfrm>
            <a:off x="10555696" y="609600"/>
            <a:ext cx="1633129" cy="1360640"/>
          </a:xfrm>
          <a:prstGeom prst="rect">
            <a:avLst/>
          </a:prstGeom>
          <a:solidFill>
            <a:schemeClr val="bg1"/>
          </a:solidFill>
          <a:ln>
            <a:noFill/>
          </a:ln>
          <a:effectLst>
            <a:outerShdw blurRad="101600" dist="38100" dir="8100000" algn="tr" rotWithShape="0">
              <a:prstClr val="black">
                <a:alpha val="6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GB" sz="1800" dirty="0">
              <a:solidFill>
                <a:prstClr val="white"/>
              </a:solidFill>
            </a:endParaRPr>
          </a:p>
        </p:txBody>
      </p:sp>
      <p:sp>
        <p:nvSpPr>
          <p:cNvPr id="11" name="TextBox 10">
            <a:extLst>
              <a:ext uri="{FF2B5EF4-FFF2-40B4-BE49-F238E27FC236}">
                <a16:creationId xmlns:a16="http://schemas.microsoft.com/office/drawing/2014/main" id="{EB62ADD6-8DFC-4EBE-ACFA-6070B88B6087}"/>
              </a:ext>
            </a:extLst>
          </p:cNvPr>
          <p:cNvSpPr txBox="1"/>
          <p:nvPr userDrawn="1"/>
        </p:nvSpPr>
        <p:spPr>
          <a:xfrm>
            <a:off x="11513197" y="6479959"/>
            <a:ext cx="678804" cy="369332"/>
          </a:xfrm>
          <a:prstGeom prst="rect">
            <a:avLst/>
          </a:prstGeom>
          <a:noFill/>
        </p:spPr>
        <p:txBody>
          <a:bodyPr wrap="square" rtlCol="0">
            <a:spAutoFit/>
          </a:bodyPr>
          <a:lstStyle/>
          <a:p>
            <a:fld id="{03EB6931-75CA-4DBB-A5A9-36EC7D2BD89D}" type="slidenum">
              <a:rPr lang="en-GB" sz="1800" smtClean="0"/>
              <a:t>‹#›</a:t>
            </a:fld>
            <a:endParaRPr lang="en-GB" sz="1800" dirty="0"/>
          </a:p>
        </p:txBody>
      </p:sp>
      <p:pic>
        <p:nvPicPr>
          <p:cNvPr id="12" name="Picture 11" descr="Pos Logistics Berhad Company Overview &amp; Details - Maukerja">
            <a:extLst>
              <a:ext uri="{FF2B5EF4-FFF2-40B4-BE49-F238E27FC236}">
                <a16:creationId xmlns:a16="http://schemas.microsoft.com/office/drawing/2014/main" id="{7AA68152-7E47-4614-C060-094DD50D130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499776" y="1116073"/>
            <a:ext cx="1708048" cy="347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40495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44D75-AF75-468E-B631-DE40C20AB3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40D262F4-C5A4-491B-A568-3782E7FD88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3D6595-6359-4078-BE1F-10B920DFAEE2}"/>
              </a:ext>
            </a:extLst>
          </p:cNvPr>
          <p:cNvSpPr>
            <a:spLocks noGrp="1"/>
          </p:cNvSpPr>
          <p:nvPr>
            <p:ph type="dt" sz="half" idx="10"/>
          </p:nvPr>
        </p:nvSpPr>
        <p:spPr/>
        <p:txBody>
          <a:bodyPr/>
          <a:lstStyle/>
          <a:p>
            <a:fld id="{A6316263-66E7-4794-BD22-92E88D4BE400}" type="datetimeFigureOut">
              <a:rPr lang="en-GB" smtClean="0"/>
              <a:t>26/01/2026</a:t>
            </a:fld>
            <a:endParaRPr lang="en-GB"/>
          </a:p>
        </p:txBody>
      </p:sp>
      <p:sp>
        <p:nvSpPr>
          <p:cNvPr id="5" name="Footer Placeholder 4">
            <a:extLst>
              <a:ext uri="{FF2B5EF4-FFF2-40B4-BE49-F238E27FC236}">
                <a16:creationId xmlns:a16="http://schemas.microsoft.com/office/drawing/2014/main" id="{059F6D52-A18B-4CD4-8F2C-E8DD2A13211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B9E4464-DBCB-40D4-9611-1057CE0849C1}"/>
              </a:ext>
            </a:extLst>
          </p:cNvPr>
          <p:cNvSpPr>
            <a:spLocks noGrp="1"/>
          </p:cNvSpPr>
          <p:nvPr>
            <p:ph type="sldNum" sz="quarter" idx="12"/>
          </p:nvPr>
        </p:nvSpPr>
        <p:spPr/>
        <p:txBody>
          <a:bodyPr/>
          <a:lstStyle/>
          <a:p>
            <a:fld id="{A1002C40-A216-4022-A4A1-DAD95010D4DB}" type="slidenum">
              <a:rPr lang="en-GB" smtClean="0"/>
              <a:t>‹#›</a:t>
            </a:fld>
            <a:endParaRPr lang="en-GB"/>
          </a:p>
        </p:txBody>
      </p:sp>
    </p:spTree>
    <p:extLst>
      <p:ext uri="{BB962C8B-B14F-4D97-AF65-F5344CB8AC3E}">
        <p14:creationId xmlns:p14="http://schemas.microsoft.com/office/powerpoint/2010/main" val="23442974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92AED-5EF7-489B-8CAE-A619659A4C5F}"/>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224A1FD8-5D74-42C1-86DE-E07F14E632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4AF08AA5-0DA9-4866-BDC9-10275AEC30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BA7A8ECF-ACEB-4A14-91A5-3A1E91ED9625}"/>
              </a:ext>
            </a:extLst>
          </p:cNvPr>
          <p:cNvSpPr>
            <a:spLocks noGrp="1"/>
          </p:cNvSpPr>
          <p:nvPr>
            <p:ph type="dt" sz="half" idx="10"/>
          </p:nvPr>
        </p:nvSpPr>
        <p:spPr/>
        <p:txBody>
          <a:bodyPr/>
          <a:lstStyle/>
          <a:p>
            <a:fld id="{A6316263-66E7-4794-BD22-92E88D4BE400}" type="datetimeFigureOut">
              <a:rPr lang="en-GB" smtClean="0"/>
              <a:t>26/01/2026</a:t>
            </a:fld>
            <a:endParaRPr lang="en-GB"/>
          </a:p>
        </p:txBody>
      </p:sp>
      <p:sp>
        <p:nvSpPr>
          <p:cNvPr id="6" name="Footer Placeholder 5">
            <a:extLst>
              <a:ext uri="{FF2B5EF4-FFF2-40B4-BE49-F238E27FC236}">
                <a16:creationId xmlns:a16="http://schemas.microsoft.com/office/drawing/2014/main" id="{220911D5-33ED-42F2-AD95-75FD3E96E6C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39D8F8A-5AE6-4EC0-A7ED-1FE920E8B209}"/>
              </a:ext>
            </a:extLst>
          </p:cNvPr>
          <p:cNvSpPr>
            <a:spLocks noGrp="1"/>
          </p:cNvSpPr>
          <p:nvPr>
            <p:ph type="sldNum" sz="quarter" idx="12"/>
          </p:nvPr>
        </p:nvSpPr>
        <p:spPr/>
        <p:txBody>
          <a:bodyPr/>
          <a:lstStyle/>
          <a:p>
            <a:fld id="{A1002C40-A216-4022-A4A1-DAD95010D4DB}" type="slidenum">
              <a:rPr lang="en-GB" smtClean="0"/>
              <a:t>‹#›</a:t>
            </a:fld>
            <a:endParaRPr lang="en-GB"/>
          </a:p>
        </p:txBody>
      </p:sp>
    </p:spTree>
    <p:extLst>
      <p:ext uri="{BB962C8B-B14F-4D97-AF65-F5344CB8AC3E}">
        <p14:creationId xmlns:p14="http://schemas.microsoft.com/office/powerpoint/2010/main" val="17566347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D8769-B64C-4416-8D0A-59CA8018C69D}"/>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C717143A-D370-4509-B5DF-EC5274B193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47EE5F-F3EF-44FB-9FF3-77384EE9B4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D6C6C48D-2424-4447-8E22-9C6F1DCA95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77EA6B-AA0C-4409-8B8A-DF0080BD74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43DE709C-145E-4C8C-BA6F-F40EA3239B80}"/>
              </a:ext>
            </a:extLst>
          </p:cNvPr>
          <p:cNvSpPr>
            <a:spLocks noGrp="1"/>
          </p:cNvSpPr>
          <p:nvPr>
            <p:ph type="dt" sz="half" idx="10"/>
          </p:nvPr>
        </p:nvSpPr>
        <p:spPr/>
        <p:txBody>
          <a:bodyPr/>
          <a:lstStyle/>
          <a:p>
            <a:fld id="{A6316263-66E7-4794-BD22-92E88D4BE400}" type="datetimeFigureOut">
              <a:rPr lang="en-GB" smtClean="0"/>
              <a:t>26/01/2026</a:t>
            </a:fld>
            <a:endParaRPr lang="en-GB"/>
          </a:p>
        </p:txBody>
      </p:sp>
      <p:sp>
        <p:nvSpPr>
          <p:cNvPr id="8" name="Footer Placeholder 7">
            <a:extLst>
              <a:ext uri="{FF2B5EF4-FFF2-40B4-BE49-F238E27FC236}">
                <a16:creationId xmlns:a16="http://schemas.microsoft.com/office/drawing/2014/main" id="{D6B8B83E-6B78-4B77-8F64-CEE04205EBE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A92DB8B-532C-4CF0-98D9-A47300958C83}"/>
              </a:ext>
            </a:extLst>
          </p:cNvPr>
          <p:cNvSpPr>
            <a:spLocks noGrp="1"/>
          </p:cNvSpPr>
          <p:nvPr>
            <p:ph type="sldNum" sz="quarter" idx="12"/>
          </p:nvPr>
        </p:nvSpPr>
        <p:spPr/>
        <p:txBody>
          <a:bodyPr/>
          <a:lstStyle/>
          <a:p>
            <a:fld id="{A1002C40-A216-4022-A4A1-DAD95010D4DB}" type="slidenum">
              <a:rPr lang="en-GB" smtClean="0"/>
              <a:t>‹#›</a:t>
            </a:fld>
            <a:endParaRPr lang="en-GB"/>
          </a:p>
        </p:txBody>
      </p:sp>
    </p:spTree>
    <p:extLst>
      <p:ext uri="{BB962C8B-B14F-4D97-AF65-F5344CB8AC3E}">
        <p14:creationId xmlns:p14="http://schemas.microsoft.com/office/powerpoint/2010/main" val="30073073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C23AE-A3A9-414A-92DB-FD0BD188A2A2}"/>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5760DA33-F194-430D-A50E-65F5A3D4A0D7}"/>
              </a:ext>
            </a:extLst>
          </p:cNvPr>
          <p:cNvSpPr>
            <a:spLocks noGrp="1"/>
          </p:cNvSpPr>
          <p:nvPr>
            <p:ph type="dt" sz="half" idx="10"/>
          </p:nvPr>
        </p:nvSpPr>
        <p:spPr/>
        <p:txBody>
          <a:bodyPr/>
          <a:lstStyle/>
          <a:p>
            <a:fld id="{A6316263-66E7-4794-BD22-92E88D4BE400}" type="datetimeFigureOut">
              <a:rPr lang="en-GB" smtClean="0"/>
              <a:t>26/01/2026</a:t>
            </a:fld>
            <a:endParaRPr lang="en-GB"/>
          </a:p>
        </p:txBody>
      </p:sp>
      <p:sp>
        <p:nvSpPr>
          <p:cNvPr id="4" name="Footer Placeholder 3">
            <a:extLst>
              <a:ext uri="{FF2B5EF4-FFF2-40B4-BE49-F238E27FC236}">
                <a16:creationId xmlns:a16="http://schemas.microsoft.com/office/drawing/2014/main" id="{22C07F55-60FE-4847-B014-7392C4D1635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1BEBC1C-53E5-4563-A753-E5414B83167A}"/>
              </a:ext>
            </a:extLst>
          </p:cNvPr>
          <p:cNvSpPr>
            <a:spLocks noGrp="1"/>
          </p:cNvSpPr>
          <p:nvPr>
            <p:ph type="sldNum" sz="quarter" idx="12"/>
          </p:nvPr>
        </p:nvSpPr>
        <p:spPr/>
        <p:txBody>
          <a:bodyPr/>
          <a:lstStyle/>
          <a:p>
            <a:fld id="{A1002C40-A216-4022-A4A1-DAD95010D4DB}" type="slidenum">
              <a:rPr lang="en-GB" smtClean="0"/>
              <a:t>‹#›</a:t>
            </a:fld>
            <a:endParaRPr lang="en-GB"/>
          </a:p>
        </p:txBody>
      </p:sp>
    </p:spTree>
    <p:extLst>
      <p:ext uri="{BB962C8B-B14F-4D97-AF65-F5344CB8AC3E}">
        <p14:creationId xmlns:p14="http://schemas.microsoft.com/office/powerpoint/2010/main" val="19280379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B9D9B2-B128-45F5-BEFC-F8B36A111C80}"/>
              </a:ext>
            </a:extLst>
          </p:cNvPr>
          <p:cNvSpPr>
            <a:spLocks noGrp="1"/>
          </p:cNvSpPr>
          <p:nvPr>
            <p:ph type="dt" sz="half" idx="10"/>
          </p:nvPr>
        </p:nvSpPr>
        <p:spPr/>
        <p:txBody>
          <a:bodyPr/>
          <a:lstStyle/>
          <a:p>
            <a:fld id="{A6316263-66E7-4794-BD22-92E88D4BE400}" type="datetimeFigureOut">
              <a:rPr lang="en-GB" smtClean="0"/>
              <a:t>26/01/2026</a:t>
            </a:fld>
            <a:endParaRPr lang="en-GB"/>
          </a:p>
        </p:txBody>
      </p:sp>
      <p:sp>
        <p:nvSpPr>
          <p:cNvPr id="3" name="Footer Placeholder 2">
            <a:extLst>
              <a:ext uri="{FF2B5EF4-FFF2-40B4-BE49-F238E27FC236}">
                <a16:creationId xmlns:a16="http://schemas.microsoft.com/office/drawing/2014/main" id="{BCB84F76-F5F2-4609-8844-C77B9E249D8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A3C718C-4005-4300-B22D-2914C8EEDB7A}"/>
              </a:ext>
            </a:extLst>
          </p:cNvPr>
          <p:cNvSpPr>
            <a:spLocks noGrp="1"/>
          </p:cNvSpPr>
          <p:nvPr>
            <p:ph type="sldNum" sz="quarter" idx="12"/>
          </p:nvPr>
        </p:nvSpPr>
        <p:spPr/>
        <p:txBody>
          <a:bodyPr/>
          <a:lstStyle/>
          <a:p>
            <a:fld id="{A1002C40-A216-4022-A4A1-DAD95010D4DB}" type="slidenum">
              <a:rPr lang="en-GB" smtClean="0"/>
              <a:t>‹#›</a:t>
            </a:fld>
            <a:endParaRPr lang="en-GB"/>
          </a:p>
        </p:txBody>
      </p:sp>
    </p:spTree>
    <p:extLst>
      <p:ext uri="{BB962C8B-B14F-4D97-AF65-F5344CB8AC3E}">
        <p14:creationId xmlns:p14="http://schemas.microsoft.com/office/powerpoint/2010/main" val="842100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EBB54-D524-4130-85B4-2B184EF76F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6CBDFD0F-BDE0-4087-96C0-F6097F8F97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0E04504B-DC93-417A-B143-7DF20FBCEC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B456E9-CC0D-4074-8547-99ADE3F6F59F}"/>
              </a:ext>
            </a:extLst>
          </p:cNvPr>
          <p:cNvSpPr>
            <a:spLocks noGrp="1"/>
          </p:cNvSpPr>
          <p:nvPr>
            <p:ph type="dt" sz="half" idx="10"/>
          </p:nvPr>
        </p:nvSpPr>
        <p:spPr/>
        <p:txBody>
          <a:bodyPr/>
          <a:lstStyle/>
          <a:p>
            <a:fld id="{A6316263-66E7-4794-BD22-92E88D4BE400}" type="datetimeFigureOut">
              <a:rPr lang="en-GB" smtClean="0"/>
              <a:t>26/01/2026</a:t>
            </a:fld>
            <a:endParaRPr lang="en-GB"/>
          </a:p>
        </p:txBody>
      </p:sp>
      <p:sp>
        <p:nvSpPr>
          <p:cNvPr id="6" name="Footer Placeholder 5">
            <a:extLst>
              <a:ext uri="{FF2B5EF4-FFF2-40B4-BE49-F238E27FC236}">
                <a16:creationId xmlns:a16="http://schemas.microsoft.com/office/drawing/2014/main" id="{AAC1FE3F-59B2-4CD9-9382-B3137A74FE7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458BD09-D81E-469E-ACB3-B85DF5605CA4}"/>
              </a:ext>
            </a:extLst>
          </p:cNvPr>
          <p:cNvSpPr>
            <a:spLocks noGrp="1"/>
          </p:cNvSpPr>
          <p:nvPr>
            <p:ph type="sldNum" sz="quarter" idx="12"/>
          </p:nvPr>
        </p:nvSpPr>
        <p:spPr/>
        <p:txBody>
          <a:bodyPr/>
          <a:lstStyle/>
          <a:p>
            <a:fld id="{A1002C40-A216-4022-A4A1-DAD95010D4DB}" type="slidenum">
              <a:rPr lang="en-GB" smtClean="0"/>
              <a:t>‹#›</a:t>
            </a:fld>
            <a:endParaRPr lang="en-GB"/>
          </a:p>
        </p:txBody>
      </p:sp>
    </p:spTree>
    <p:extLst>
      <p:ext uri="{BB962C8B-B14F-4D97-AF65-F5344CB8AC3E}">
        <p14:creationId xmlns:p14="http://schemas.microsoft.com/office/powerpoint/2010/main" val="33265845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9ABD9-C572-466A-AA56-A973FC5048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923EF335-97CB-403D-A53F-63C9964369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728B2E8F-BB34-48FF-9958-5FDFBC4FD3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5D80A9-9DAB-49BA-8FF0-9B0556493A27}"/>
              </a:ext>
            </a:extLst>
          </p:cNvPr>
          <p:cNvSpPr>
            <a:spLocks noGrp="1"/>
          </p:cNvSpPr>
          <p:nvPr>
            <p:ph type="dt" sz="half" idx="10"/>
          </p:nvPr>
        </p:nvSpPr>
        <p:spPr/>
        <p:txBody>
          <a:bodyPr/>
          <a:lstStyle/>
          <a:p>
            <a:fld id="{A6316263-66E7-4794-BD22-92E88D4BE400}" type="datetimeFigureOut">
              <a:rPr lang="en-GB" smtClean="0"/>
              <a:t>26/01/2026</a:t>
            </a:fld>
            <a:endParaRPr lang="en-GB"/>
          </a:p>
        </p:txBody>
      </p:sp>
      <p:sp>
        <p:nvSpPr>
          <p:cNvPr id="6" name="Footer Placeholder 5">
            <a:extLst>
              <a:ext uri="{FF2B5EF4-FFF2-40B4-BE49-F238E27FC236}">
                <a16:creationId xmlns:a16="http://schemas.microsoft.com/office/drawing/2014/main" id="{DA4EF456-D730-4F7D-A816-E50015B8E6E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D6307B5-4931-403A-9B92-087719AD46EA}"/>
              </a:ext>
            </a:extLst>
          </p:cNvPr>
          <p:cNvSpPr>
            <a:spLocks noGrp="1"/>
          </p:cNvSpPr>
          <p:nvPr>
            <p:ph type="sldNum" sz="quarter" idx="12"/>
          </p:nvPr>
        </p:nvSpPr>
        <p:spPr/>
        <p:txBody>
          <a:bodyPr/>
          <a:lstStyle/>
          <a:p>
            <a:fld id="{A1002C40-A216-4022-A4A1-DAD95010D4DB}" type="slidenum">
              <a:rPr lang="en-GB" smtClean="0"/>
              <a:t>‹#›</a:t>
            </a:fld>
            <a:endParaRPr lang="en-GB"/>
          </a:p>
        </p:txBody>
      </p:sp>
      <p:pic>
        <p:nvPicPr>
          <p:cNvPr id="8" name="Picture 7" descr="Text&#10;&#10;Description automatically generated with medium confidence">
            <a:extLst>
              <a:ext uri="{FF2B5EF4-FFF2-40B4-BE49-F238E27FC236}">
                <a16:creationId xmlns:a16="http://schemas.microsoft.com/office/drawing/2014/main" id="{236EB7F7-DE36-9242-7D68-AE1D578D6C2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80982" y="62811"/>
            <a:ext cx="1835410" cy="905220"/>
          </a:xfrm>
          <a:prstGeom prst="rect">
            <a:avLst/>
          </a:prstGeom>
        </p:spPr>
      </p:pic>
    </p:spTree>
    <p:extLst>
      <p:ext uri="{BB962C8B-B14F-4D97-AF65-F5344CB8AC3E}">
        <p14:creationId xmlns:p14="http://schemas.microsoft.com/office/powerpoint/2010/main" val="27765838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C4025-E53F-47A8-81D2-12344C68996B}"/>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EA826D9F-D365-4DDB-986D-4EEE66E929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63987142-8CFA-4284-9F55-4D07195EEF32}"/>
              </a:ext>
            </a:extLst>
          </p:cNvPr>
          <p:cNvSpPr>
            <a:spLocks noGrp="1"/>
          </p:cNvSpPr>
          <p:nvPr>
            <p:ph type="dt" sz="half" idx="10"/>
          </p:nvPr>
        </p:nvSpPr>
        <p:spPr/>
        <p:txBody>
          <a:bodyPr/>
          <a:lstStyle/>
          <a:p>
            <a:fld id="{A6316263-66E7-4794-BD22-92E88D4BE400}" type="datetimeFigureOut">
              <a:rPr lang="en-GB" smtClean="0"/>
              <a:t>26/01/2026</a:t>
            </a:fld>
            <a:endParaRPr lang="en-GB"/>
          </a:p>
        </p:txBody>
      </p:sp>
      <p:sp>
        <p:nvSpPr>
          <p:cNvPr id="5" name="Footer Placeholder 4">
            <a:extLst>
              <a:ext uri="{FF2B5EF4-FFF2-40B4-BE49-F238E27FC236}">
                <a16:creationId xmlns:a16="http://schemas.microsoft.com/office/drawing/2014/main" id="{BAC8D556-81C8-4AE8-907D-31E8F0F9E78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6A58DD4-A89F-41CB-B1E8-A6F640AFFDE1}"/>
              </a:ext>
            </a:extLst>
          </p:cNvPr>
          <p:cNvSpPr>
            <a:spLocks noGrp="1"/>
          </p:cNvSpPr>
          <p:nvPr>
            <p:ph type="sldNum" sz="quarter" idx="12"/>
          </p:nvPr>
        </p:nvSpPr>
        <p:spPr/>
        <p:txBody>
          <a:bodyPr/>
          <a:lstStyle/>
          <a:p>
            <a:fld id="{A1002C40-A216-4022-A4A1-DAD95010D4DB}" type="slidenum">
              <a:rPr lang="en-GB" smtClean="0"/>
              <a:t>‹#›</a:t>
            </a:fld>
            <a:endParaRPr lang="en-GB"/>
          </a:p>
        </p:txBody>
      </p:sp>
    </p:spTree>
    <p:extLst>
      <p:ext uri="{BB962C8B-B14F-4D97-AF65-F5344CB8AC3E}">
        <p14:creationId xmlns:p14="http://schemas.microsoft.com/office/powerpoint/2010/main" val="2462405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118DCF-4A10-42B5-BFF9-B198B7EB47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4EF950DD-05FB-400E-AF37-74863E6452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C0F94924-4812-4D10-8E8A-78CDCE971E1D}"/>
              </a:ext>
            </a:extLst>
          </p:cNvPr>
          <p:cNvSpPr>
            <a:spLocks noGrp="1"/>
          </p:cNvSpPr>
          <p:nvPr>
            <p:ph type="dt" sz="half" idx="10"/>
          </p:nvPr>
        </p:nvSpPr>
        <p:spPr/>
        <p:txBody>
          <a:bodyPr/>
          <a:lstStyle/>
          <a:p>
            <a:fld id="{A6316263-66E7-4794-BD22-92E88D4BE400}" type="datetimeFigureOut">
              <a:rPr lang="en-GB" smtClean="0"/>
              <a:t>26/01/2026</a:t>
            </a:fld>
            <a:endParaRPr lang="en-GB"/>
          </a:p>
        </p:txBody>
      </p:sp>
      <p:sp>
        <p:nvSpPr>
          <p:cNvPr id="5" name="Footer Placeholder 4">
            <a:extLst>
              <a:ext uri="{FF2B5EF4-FFF2-40B4-BE49-F238E27FC236}">
                <a16:creationId xmlns:a16="http://schemas.microsoft.com/office/drawing/2014/main" id="{355607C8-F9CB-4D61-BC4E-6219D5AEBE0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C4EE6AE-61B4-4203-8182-62E7E47DD879}"/>
              </a:ext>
            </a:extLst>
          </p:cNvPr>
          <p:cNvSpPr>
            <a:spLocks noGrp="1"/>
          </p:cNvSpPr>
          <p:nvPr>
            <p:ph type="sldNum" sz="quarter" idx="12"/>
          </p:nvPr>
        </p:nvSpPr>
        <p:spPr/>
        <p:txBody>
          <a:bodyPr/>
          <a:lstStyle/>
          <a:p>
            <a:fld id="{A1002C40-A216-4022-A4A1-DAD95010D4DB}" type="slidenum">
              <a:rPr lang="en-GB" smtClean="0"/>
              <a:t>‹#›</a:t>
            </a:fld>
            <a:endParaRPr lang="en-GB"/>
          </a:p>
        </p:txBody>
      </p:sp>
    </p:spTree>
    <p:extLst>
      <p:ext uri="{BB962C8B-B14F-4D97-AF65-F5344CB8AC3E}">
        <p14:creationId xmlns:p14="http://schemas.microsoft.com/office/powerpoint/2010/main" val="24443072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Title Slide">
    <p:bg>
      <p:bgPr>
        <a:solidFill>
          <a:schemeClr val="accent1">
            <a:lumMod val="75000"/>
          </a:schemeClr>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5FF651C-AFDC-38A6-6028-643B158F1BD6}"/>
              </a:ext>
            </a:extLst>
          </p:cNvPr>
          <p:cNvPicPr>
            <a:picLocks noChangeAspect="1"/>
          </p:cNvPicPr>
          <p:nvPr userDrawn="1"/>
        </p:nvPicPr>
        <p:blipFill>
          <a:blip r:embed="rId2">
            <a:alphaModFix/>
            <a:extLst>
              <a:ext uri="{28A0092B-C50C-407E-A947-70E740481C1C}">
                <a14:useLocalDpi xmlns:a14="http://schemas.microsoft.com/office/drawing/2010/main" val="0"/>
              </a:ext>
            </a:extLst>
          </a:blip>
          <a:stretch>
            <a:fillRect/>
          </a:stretch>
        </p:blipFill>
        <p:spPr>
          <a:xfrm>
            <a:off x="78509" y="67443"/>
            <a:ext cx="12039600" cy="6708679"/>
          </a:xfrm>
          <a:prstGeom prst="rect">
            <a:avLst/>
          </a:prstGeom>
        </p:spPr>
      </p:pic>
      <p:pic>
        <p:nvPicPr>
          <p:cNvPr id="7" name="Picture 6"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 y="4242851"/>
            <a:ext cx="8968084" cy="275942"/>
          </a:xfrm>
          <a:prstGeom prst="rect">
            <a:avLst/>
          </a:prstGeom>
        </p:spPr>
      </p:pic>
      <p:sp>
        <p:nvSpPr>
          <p:cNvPr id="9" name="Rectangle 8"/>
          <p:cNvSpPr/>
          <p:nvPr/>
        </p:nvSpPr>
        <p:spPr bwMode="ltGray">
          <a:xfrm>
            <a:off x="0" y="2029248"/>
            <a:ext cx="8968085" cy="166033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 name="Title 1"/>
          <p:cNvSpPr>
            <a:spLocks noGrp="1"/>
          </p:cNvSpPr>
          <p:nvPr>
            <p:ph type="ctrTitle"/>
          </p:nvPr>
        </p:nvSpPr>
        <p:spPr>
          <a:xfrm>
            <a:off x="514680" y="2172879"/>
            <a:ext cx="8144134" cy="1373070"/>
          </a:xfrm>
        </p:spPr>
        <p:txBody>
          <a:bodyPr anchor="b">
            <a:noAutofit/>
          </a:bodyPr>
          <a:lstStyle>
            <a:lvl1pPr algn="r">
              <a:defRPr sz="4400">
                <a:solidFill>
                  <a:schemeClr val="bg1"/>
                </a:solidFill>
              </a:defRPr>
            </a:lvl1pPr>
          </a:lstStyle>
          <a:p>
            <a:r>
              <a:rPr lang="en-US" dirty="0"/>
              <a:t>Click to edit Master title style</a:t>
            </a:r>
          </a:p>
        </p:txBody>
      </p:sp>
      <p:pic>
        <p:nvPicPr>
          <p:cNvPr id="3" name="Picture 2" descr="Pos Logistics Berhad Company Overview &amp; Details - Maukerja">
            <a:extLst>
              <a:ext uri="{FF2B5EF4-FFF2-40B4-BE49-F238E27FC236}">
                <a16:creationId xmlns:a16="http://schemas.microsoft.com/office/drawing/2014/main" id="{7B55416B-E0C0-34B5-E9EF-739A5DA79556}"/>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0336632" y="217039"/>
            <a:ext cx="1708048" cy="347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84495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4DDAD3B7-2980-48E1-A242-18F05FA62A89}"/>
              </a:ext>
            </a:extLst>
          </p:cNvPr>
          <p:cNvGrpSpPr/>
          <p:nvPr userDrawn="1"/>
        </p:nvGrpSpPr>
        <p:grpSpPr>
          <a:xfrm>
            <a:off x="9627617" y="1553319"/>
            <a:ext cx="2563868" cy="1144370"/>
            <a:chOff x="8883631" y="1322802"/>
            <a:chExt cx="3168002" cy="1666875"/>
          </a:xfrm>
        </p:grpSpPr>
        <p:sp>
          <p:nvSpPr>
            <p:cNvPr id="14" name="Rectangle 13">
              <a:extLst>
                <a:ext uri="{FF2B5EF4-FFF2-40B4-BE49-F238E27FC236}">
                  <a16:creationId xmlns:a16="http://schemas.microsoft.com/office/drawing/2014/main" id="{39DFC96B-A912-4E91-84C0-0423E97C9088}"/>
                </a:ext>
              </a:extLst>
            </p:cNvPr>
            <p:cNvSpPr/>
            <p:nvPr userDrawn="1"/>
          </p:nvSpPr>
          <p:spPr>
            <a:xfrm>
              <a:off x="9772650" y="1847850"/>
              <a:ext cx="1200150" cy="619125"/>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schemeClr val="bg1"/>
                  </a:solidFill>
                  <a:effectLst/>
                  <a:uLnTx/>
                  <a:uFillTx/>
                  <a:latin typeface="Trebuchet MS" panose="020B0603020202020204" pitchFamily="34" charset="0"/>
                  <a:ea typeface="+mn-ea"/>
                  <a:cs typeface="+mn-cs"/>
                </a:rPr>
                <a:t>Function</a:t>
              </a:r>
            </a:p>
          </p:txBody>
        </p:sp>
        <p:cxnSp>
          <p:nvCxnSpPr>
            <p:cNvPr id="15" name="Straight Arrow Connector 14">
              <a:extLst>
                <a:ext uri="{FF2B5EF4-FFF2-40B4-BE49-F238E27FC236}">
                  <a16:creationId xmlns:a16="http://schemas.microsoft.com/office/drawing/2014/main" id="{D7A03214-838E-4572-A247-C64A7930E98A}"/>
                </a:ext>
              </a:extLst>
            </p:cNvPr>
            <p:cNvCxnSpPr/>
            <p:nvPr userDrawn="1"/>
          </p:nvCxnSpPr>
          <p:spPr>
            <a:xfrm>
              <a:off x="9989958" y="1371600"/>
              <a:ext cx="0" cy="4857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D5864D2-68A9-42D6-98AE-7CB349A42D81}"/>
                </a:ext>
              </a:extLst>
            </p:cNvPr>
            <p:cNvCxnSpPr>
              <a:cxnSpLocks/>
              <a:stCxn id="14" idx="3"/>
            </p:cNvCxnSpPr>
            <p:nvPr userDrawn="1"/>
          </p:nvCxnSpPr>
          <p:spPr>
            <a:xfrm>
              <a:off x="10972800" y="2157413"/>
              <a:ext cx="6008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D310C60-F0EF-498F-9AD2-1ED31B9EA4CD}"/>
                </a:ext>
              </a:extLst>
            </p:cNvPr>
            <p:cNvCxnSpPr>
              <a:cxnSpLocks/>
            </p:cNvCxnSpPr>
            <p:nvPr userDrawn="1"/>
          </p:nvCxnSpPr>
          <p:spPr>
            <a:xfrm flipV="1">
              <a:off x="10828348" y="2466975"/>
              <a:ext cx="0" cy="4857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53518B9-EE49-47B4-AFE5-DBEB54DE4B65}"/>
                </a:ext>
              </a:extLst>
            </p:cNvPr>
            <p:cNvCxnSpPr>
              <a:cxnSpLocks/>
            </p:cNvCxnSpPr>
            <p:nvPr userDrawn="1"/>
          </p:nvCxnSpPr>
          <p:spPr>
            <a:xfrm>
              <a:off x="9171758" y="2157412"/>
              <a:ext cx="6008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B00238B-B906-4280-B671-F1C300F5A167}"/>
                </a:ext>
              </a:extLst>
            </p:cNvPr>
            <p:cNvSpPr txBox="1"/>
            <p:nvPr userDrawn="1"/>
          </p:nvSpPr>
          <p:spPr>
            <a:xfrm>
              <a:off x="9973818" y="1437842"/>
              <a:ext cx="1052510" cy="40347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Controls</a:t>
              </a:r>
            </a:p>
          </p:txBody>
        </p:sp>
        <p:sp>
          <p:nvSpPr>
            <p:cNvPr id="20" name="TextBox 19">
              <a:extLst>
                <a:ext uri="{FF2B5EF4-FFF2-40B4-BE49-F238E27FC236}">
                  <a16:creationId xmlns:a16="http://schemas.microsoft.com/office/drawing/2014/main" id="{5C14D44F-A4E2-4F8E-91B6-7DB1D49A03F6}"/>
                </a:ext>
              </a:extLst>
            </p:cNvPr>
            <p:cNvSpPr txBox="1"/>
            <p:nvPr userDrawn="1"/>
          </p:nvSpPr>
          <p:spPr>
            <a:xfrm>
              <a:off x="8953500" y="1767422"/>
              <a:ext cx="819150" cy="40347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Input</a:t>
              </a:r>
            </a:p>
          </p:txBody>
        </p:sp>
        <p:sp>
          <p:nvSpPr>
            <p:cNvPr id="21" name="TextBox 20">
              <a:extLst>
                <a:ext uri="{FF2B5EF4-FFF2-40B4-BE49-F238E27FC236}">
                  <a16:creationId xmlns:a16="http://schemas.microsoft.com/office/drawing/2014/main" id="{57E12360-8867-4EB8-92CD-D1A53B6D8E3E}"/>
                </a:ext>
              </a:extLst>
            </p:cNvPr>
            <p:cNvSpPr txBox="1"/>
            <p:nvPr userDrawn="1"/>
          </p:nvSpPr>
          <p:spPr>
            <a:xfrm>
              <a:off x="9734407" y="2473321"/>
              <a:ext cx="1200149" cy="40347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Resources</a:t>
              </a:r>
            </a:p>
          </p:txBody>
        </p:sp>
        <p:sp>
          <p:nvSpPr>
            <p:cNvPr id="22" name="TextBox 21">
              <a:extLst>
                <a:ext uri="{FF2B5EF4-FFF2-40B4-BE49-F238E27FC236}">
                  <a16:creationId xmlns:a16="http://schemas.microsoft.com/office/drawing/2014/main" id="{92947B80-14AC-47A8-8A89-B7737EB30AD2}"/>
                </a:ext>
              </a:extLst>
            </p:cNvPr>
            <p:cNvSpPr txBox="1"/>
            <p:nvPr userDrawn="1"/>
          </p:nvSpPr>
          <p:spPr>
            <a:xfrm>
              <a:off x="10999120" y="1765262"/>
              <a:ext cx="1052513" cy="40347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Output</a:t>
              </a:r>
            </a:p>
          </p:txBody>
        </p:sp>
        <p:sp>
          <p:nvSpPr>
            <p:cNvPr id="23" name="Rectangle 22">
              <a:extLst>
                <a:ext uri="{FF2B5EF4-FFF2-40B4-BE49-F238E27FC236}">
                  <a16:creationId xmlns:a16="http://schemas.microsoft.com/office/drawing/2014/main" id="{1A689DFF-6C6A-4E08-8E8C-037237CF263A}"/>
                </a:ext>
              </a:extLst>
            </p:cNvPr>
            <p:cNvSpPr/>
            <p:nvPr userDrawn="1"/>
          </p:nvSpPr>
          <p:spPr>
            <a:xfrm>
              <a:off x="8883631" y="1322802"/>
              <a:ext cx="2992704" cy="1666875"/>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endParaRPr>
            </a:p>
          </p:txBody>
        </p:sp>
      </p:grpSp>
      <p:sp>
        <p:nvSpPr>
          <p:cNvPr id="24" name="Slide Number Placeholder 5">
            <a:extLst>
              <a:ext uri="{FF2B5EF4-FFF2-40B4-BE49-F238E27FC236}">
                <a16:creationId xmlns:a16="http://schemas.microsoft.com/office/drawing/2014/main" id="{520CE387-5120-48E3-9EF2-BC25AE86146F}"/>
              </a:ext>
            </a:extLst>
          </p:cNvPr>
          <p:cNvSpPr txBox="1">
            <a:spLocks/>
          </p:cNvSpPr>
          <p:nvPr userDrawn="1"/>
        </p:nvSpPr>
        <p:spPr>
          <a:xfrm>
            <a:off x="10348574" y="6406876"/>
            <a:ext cx="17062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AF7C2E56-089A-4EEA-893F-076C96238506}" type="slidenum">
              <a:rPr lang="en-US" smtClean="0">
                <a:solidFill>
                  <a:srgbClr val="A6B727"/>
                </a:solidFill>
                <a:latin typeface="Calibri Light"/>
              </a:rPr>
              <a:pPr>
                <a:defRPr/>
              </a:pPr>
              <a:t>‹#›</a:t>
            </a:fld>
            <a:endParaRPr lang="en-US" dirty="0">
              <a:solidFill>
                <a:srgbClr val="A6B727"/>
              </a:solidFill>
              <a:latin typeface="Calibri Light"/>
            </a:endParaRPr>
          </a:p>
        </p:txBody>
      </p:sp>
      <p:graphicFrame>
        <p:nvGraphicFramePr>
          <p:cNvPr id="2" name="Table 1">
            <a:extLst>
              <a:ext uri="{FF2B5EF4-FFF2-40B4-BE49-F238E27FC236}">
                <a16:creationId xmlns:a16="http://schemas.microsoft.com/office/drawing/2014/main" id="{522D7AD5-F87C-AA1A-F58B-E2404812798E}"/>
              </a:ext>
            </a:extLst>
          </p:cNvPr>
          <p:cNvGraphicFramePr>
            <a:graphicFrameLocks noGrp="1"/>
          </p:cNvGraphicFramePr>
          <p:nvPr userDrawn="1">
            <p:extLst>
              <p:ext uri="{D42A27DB-BD31-4B8C-83A1-F6EECF244321}">
                <p14:modId xmlns:p14="http://schemas.microsoft.com/office/powerpoint/2010/main" val="2476527201"/>
              </p:ext>
            </p:extLst>
          </p:nvPr>
        </p:nvGraphicFramePr>
        <p:xfrm>
          <a:off x="270510" y="230474"/>
          <a:ext cx="11620500" cy="1112520"/>
        </p:xfrm>
        <a:graphic>
          <a:graphicData uri="http://schemas.openxmlformats.org/drawingml/2006/table">
            <a:tbl>
              <a:tblPr firstRow="1" bandRow="1">
                <a:tableStyleId>{5C22544A-7EE6-4342-B048-85BDC9FD1C3A}</a:tableStyleId>
              </a:tblPr>
              <a:tblGrid>
                <a:gridCol w="2324100">
                  <a:extLst>
                    <a:ext uri="{9D8B030D-6E8A-4147-A177-3AD203B41FA5}">
                      <a16:colId xmlns:a16="http://schemas.microsoft.com/office/drawing/2014/main" val="152072891"/>
                    </a:ext>
                  </a:extLst>
                </a:gridCol>
                <a:gridCol w="2324100">
                  <a:extLst>
                    <a:ext uri="{9D8B030D-6E8A-4147-A177-3AD203B41FA5}">
                      <a16:colId xmlns:a16="http://schemas.microsoft.com/office/drawing/2014/main" val="469112540"/>
                    </a:ext>
                  </a:extLst>
                </a:gridCol>
                <a:gridCol w="2324100">
                  <a:extLst>
                    <a:ext uri="{9D8B030D-6E8A-4147-A177-3AD203B41FA5}">
                      <a16:colId xmlns:a16="http://schemas.microsoft.com/office/drawing/2014/main" val="1518746254"/>
                    </a:ext>
                  </a:extLst>
                </a:gridCol>
                <a:gridCol w="2324100">
                  <a:extLst>
                    <a:ext uri="{9D8B030D-6E8A-4147-A177-3AD203B41FA5}">
                      <a16:colId xmlns:a16="http://schemas.microsoft.com/office/drawing/2014/main" val="674173241"/>
                    </a:ext>
                  </a:extLst>
                </a:gridCol>
                <a:gridCol w="2324100">
                  <a:extLst>
                    <a:ext uri="{9D8B030D-6E8A-4147-A177-3AD203B41FA5}">
                      <a16:colId xmlns:a16="http://schemas.microsoft.com/office/drawing/2014/main" val="1263982769"/>
                    </a:ext>
                  </a:extLst>
                </a:gridCol>
              </a:tblGrid>
              <a:tr h="370840">
                <a:tc rowSpan="2">
                  <a:txBody>
                    <a:bodyPr/>
                    <a:lstStyle/>
                    <a:p>
                      <a:endParaRPr lang="en-GB" dirty="0">
                        <a:solidFill>
                          <a:sysClr val="windowText" lastClr="000000"/>
                        </a:solidFill>
                      </a:endParaRPr>
                    </a:p>
                  </a:txBody>
                  <a:tcPr>
                    <a:solidFill>
                      <a:schemeClr val="bg2"/>
                    </a:solidFill>
                  </a:tcPr>
                </a:tc>
                <a:tc>
                  <a:txBody>
                    <a:bodyPr/>
                    <a:lstStyle/>
                    <a:p>
                      <a:pPr algn="ctr"/>
                      <a:r>
                        <a:rPr lang="en-US" sz="1200" b="1" dirty="0">
                          <a:solidFill>
                            <a:schemeClr val="bg1"/>
                          </a:solidFill>
                          <a:latin typeface="Trebuchet MS" panose="020B0603020202020204" pitchFamily="34" charset="0"/>
                        </a:rPr>
                        <a:t>Approved</a:t>
                      </a:r>
                      <a:r>
                        <a:rPr lang="en-US" sz="1200" b="1" baseline="0" dirty="0">
                          <a:solidFill>
                            <a:schemeClr val="bg1"/>
                          </a:solidFill>
                          <a:latin typeface="Trebuchet MS" panose="020B0603020202020204" pitchFamily="34" charset="0"/>
                        </a:rPr>
                        <a:t> by</a:t>
                      </a:r>
                      <a:endParaRPr lang="en-US" sz="1200" b="1" dirty="0">
                        <a:solidFill>
                          <a:schemeClr val="bg1"/>
                        </a:solidFill>
                        <a:latin typeface="Trebuchet MS" panose="020B0603020202020204" pitchFamily="34" charset="0"/>
                      </a:endParaRPr>
                    </a:p>
                  </a:txBody>
                  <a:tcPr anchor="ctr">
                    <a:solidFill>
                      <a:schemeClr val="accent1">
                        <a:lumMod val="75000"/>
                      </a:schemeClr>
                    </a:solidFill>
                  </a:tcPr>
                </a:tc>
                <a:tc>
                  <a:txBody>
                    <a:bodyPr/>
                    <a:lstStyle/>
                    <a:p>
                      <a:pPr algn="ctr"/>
                      <a:r>
                        <a:rPr lang="en-US" sz="1200" b="1" dirty="0">
                          <a:solidFill>
                            <a:schemeClr val="bg1"/>
                          </a:solidFill>
                          <a:latin typeface="Trebuchet MS" panose="020B0603020202020204" pitchFamily="34" charset="0"/>
                        </a:rPr>
                        <a:t>Effective</a:t>
                      </a:r>
                      <a:r>
                        <a:rPr lang="en-US" sz="1200" b="1" baseline="0" dirty="0">
                          <a:solidFill>
                            <a:schemeClr val="bg1"/>
                          </a:solidFill>
                          <a:latin typeface="Trebuchet MS" panose="020B0603020202020204" pitchFamily="34" charset="0"/>
                        </a:rPr>
                        <a:t> Date</a:t>
                      </a:r>
                      <a:endParaRPr lang="en-US" sz="1200" b="1" dirty="0">
                        <a:solidFill>
                          <a:schemeClr val="bg1"/>
                        </a:solidFill>
                        <a:latin typeface="Trebuchet MS" panose="020B0603020202020204" pitchFamily="34" charset="0"/>
                      </a:endParaRPr>
                    </a:p>
                  </a:txBody>
                  <a:tcPr anchor="ctr">
                    <a:solidFill>
                      <a:schemeClr val="accent1">
                        <a:lumMod val="75000"/>
                      </a:schemeClr>
                    </a:solidFill>
                  </a:tcPr>
                </a:tc>
                <a:tc>
                  <a:txBody>
                    <a:bodyPr/>
                    <a:lstStyle/>
                    <a:p>
                      <a:pPr algn="ctr"/>
                      <a:r>
                        <a:rPr lang="en-US" sz="1200" b="1" dirty="0">
                          <a:solidFill>
                            <a:schemeClr val="bg1"/>
                          </a:solidFill>
                          <a:latin typeface="Trebuchet MS" panose="020B0603020202020204" pitchFamily="34" charset="0"/>
                        </a:rPr>
                        <a:t>Classification</a:t>
                      </a:r>
                    </a:p>
                  </a:txBody>
                  <a:tcPr anchor="ctr">
                    <a:solidFill>
                      <a:schemeClr val="accent1">
                        <a:lumMod val="75000"/>
                      </a:schemeClr>
                    </a:solidFill>
                  </a:tcPr>
                </a:tc>
                <a:tc>
                  <a:txBody>
                    <a:bodyPr/>
                    <a:lstStyle/>
                    <a:p>
                      <a:pPr algn="ctr"/>
                      <a:r>
                        <a:rPr lang="en-US" sz="1200" b="1" dirty="0">
                          <a:solidFill>
                            <a:schemeClr val="bg1"/>
                          </a:solidFill>
                          <a:latin typeface="Trebuchet MS" panose="020B0603020202020204" pitchFamily="34" charset="0"/>
                        </a:rPr>
                        <a:t>Control Status</a:t>
                      </a:r>
                    </a:p>
                  </a:txBody>
                  <a:tcPr anchor="ctr">
                    <a:solidFill>
                      <a:schemeClr val="accent1">
                        <a:lumMod val="75000"/>
                      </a:schemeClr>
                    </a:solidFill>
                  </a:tcPr>
                </a:tc>
                <a:extLst>
                  <a:ext uri="{0D108BD9-81ED-4DB2-BD59-A6C34878D82A}">
                    <a16:rowId xmlns:a16="http://schemas.microsoft.com/office/drawing/2014/main" val="1330761444"/>
                  </a:ext>
                </a:extLst>
              </a:tr>
              <a:tr h="370840">
                <a:tc vMerge="1">
                  <a:txBody>
                    <a:bodyPr/>
                    <a:lstStyle/>
                    <a:p>
                      <a:endParaRPr lang="en-GB" dirty="0"/>
                    </a:p>
                  </a:txBody>
                  <a:tcPr/>
                </a:tc>
                <a:tc>
                  <a:txBody>
                    <a:bodyPr/>
                    <a:lstStyle/>
                    <a:p>
                      <a:endParaRPr lang="en-GB" dirty="0"/>
                    </a:p>
                  </a:txBody>
                  <a:tcPr>
                    <a:solidFill>
                      <a:schemeClr val="accent1">
                        <a:lumMod val="20000"/>
                        <a:lumOff val="80000"/>
                      </a:schemeClr>
                    </a:solidFill>
                  </a:tcPr>
                </a:tc>
                <a:tc>
                  <a:txBody>
                    <a:bodyPr/>
                    <a:lstStyle/>
                    <a:p>
                      <a:endParaRPr lang="en-GB" dirty="0"/>
                    </a:p>
                  </a:txBody>
                  <a:tcPr>
                    <a:solidFill>
                      <a:schemeClr val="accent1">
                        <a:lumMod val="20000"/>
                        <a:lumOff val="80000"/>
                      </a:schemeClr>
                    </a:solidFill>
                  </a:tcPr>
                </a:tc>
                <a:tc>
                  <a:txBody>
                    <a:bodyPr/>
                    <a:lstStyle/>
                    <a:p>
                      <a:pPr algn="ctr"/>
                      <a:r>
                        <a:rPr lang="en-US" sz="1200" b="0" dirty="0">
                          <a:latin typeface="Trebuchet MS" panose="020B0603020202020204" pitchFamily="34" charset="0"/>
                        </a:rPr>
                        <a:t>Internal</a:t>
                      </a:r>
                      <a:r>
                        <a:rPr lang="en-US" sz="1200" b="0" baseline="0" dirty="0">
                          <a:latin typeface="Trebuchet MS" panose="020B0603020202020204" pitchFamily="34" charset="0"/>
                        </a:rPr>
                        <a:t> Use</a:t>
                      </a:r>
                      <a:endParaRPr lang="en-US" sz="1200" b="0" dirty="0">
                        <a:latin typeface="Trebuchet MS" panose="020B0603020202020204" pitchFamily="34" charset="0"/>
                      </a:endParaRPr>
                    </a:p>
                  </a:txBody>
                  <a:tcPr anchor="ctr">
                    <a:solidFill>
                      <a:schemeClr val="accent1">
                        <a:lumMod val="20000"/>
                        <a:lumOff val="80000"/>
                      </a:schemeClr>
                    </a:solidFill>
                  </a:tcPr>
                </a:tc>
                <a:tc>
                  <a:txBody>
                    <a:bodyPr/>
                    <a:lstStyle/>
                    <a:p>
                      <a:pPr algn="ctr"/>
                      <a:r>
                        <a:rPr lang="en-US" sz="1200" b="0" dirty="0">
                          <a:latin typeface="Trebuchet MS" panose="020B0603020202020204" pitchFamily="34" charset="0"/>
                        </a:rPr>
                        <a:t>Controlled Copy</a:t>
                      </a:r>
                    </a:p>
                  </a:txBody>
                  <a:tcPr anchor="ctr">
                    <a:solidFill>
                      <a:schemeClr val="accent1">
                        <a:lumMod val="20000"/>
                        <a:lumOff val="80000"/>
                      </a:schemeClr>
                    </a:solidFill>
                  </a:tcPr>
                </a:tc>
                <a:extLst>
                  <a:ext uri="{0D108BD9-81ED-4DB2-BD59-A6C34878D82A}">
                    <a16:rowId xmlns:a16="http://schemas.microsoft.com/office/drawing/2014/main" val="187144033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Trebuchet MS" panose="020B0603020202020204" pitchFamily="34" charset="0"/>
                        </a:rPr>
                        <a:t>Document</a:t>
                      </a:r>
                      <a:r>
                        <a:rPr lang="en-US" sz="1200" b="0" baseline="0" dirty="0">
                          <a:solidFill>
                            <a:schemeClr val="tx1"/>
                          </a:solidFill>
                          <a:latin typeface="Trebuchet MS" panose="020B0603020202020204" pitchFamily="34" charset="0"/>
                        </a:rPr>
                        <a:t> Title</a:t>
                      </a:r>
                      <a:endParaRPr lang="en-US" sz="1200" b="0" dirty="0">
                        <a:solidFill>
                          <a:schemeClr val="tx1"/>
                        </a:solidFill>
                        <a:latin typeface="Trebuchet MS" panose="020B0603020202020204" pitchFamily="34" charset="0"/>
                      </a:endParaRPr>
                    </a:p>
                  </a:txBody>
                  <a:tcPr>
                    <a:solidFill>
                      <a:schemeClr val="accent1">
                        <a:lumMod val="40000"/>
                        <a:lumOff val="60000"/>
                      </a:schemeClr>
                    </a:solidFill>
                  </a:tcPr>
                </a:tc>
                <a:tc>
                  <a:txBody>
                    <a:bodyPr/>
                    <a:lstStyle/>
                    <a:p>
                      <a:endParaRPr lang="en-GB" dirty="0"/>
                    </a:p>
                  </a:txBody>
                  <a:tcPr>
                    <a:solidFill>
                      <a:schemeClr val="accent1">
                        <a:lumMod val="40000"/>
                        <a:lumOff val="60000"/>
                      </a:schemeClr>
                    </a:solidFill>
                  </a:tcPr>
                </a:tc>
                <a:tc>
                  <a:txBody>
                    <a:bodyPr/>
                    <a:lstStyle/>
                    <a:p>
                      <a:endParaRPr lang="en-GB" dirty="0"/>
                    </a:p>
                  </a:txBody>
                  <a:tcPr>
                    <a:solidFill>
                      <a:schemeClr val="accent1">
                        <a:lumMod val="40000"/>
                        <a:lumOff val="60000"/>
                      </a:schemeClr>
                    </a:solidFill>
                  </a:tcPr>
                </a:tc>
                <a:tc>
                  <a:txBody>
                    <a:bodyPr/>
                    <a:lstStyle/>
                    <a:p>
                      <a:endParaRPr lang="en-GB" dirty="0"/>
                    </a:p>
                  </a:txBody>
                  <a:tcPr>
                    <a:solidFill>
                      <a:schemeClr val="accent1">
                        <a:lumMod val="40000"/>
                        <a:lumOff val="60000"/>
                      </a:schemeClr>
                    </a:solidFill>
                  </a:tcPr>
                </a:tc>
                <a:tc>
                  <a:txBody>
                    <a:bodyPr/>
                    <a:lstStyle/>
                    <a:p>
                      <a:endParaRPr lang="en-GB" dirty="0"/>
                    </a:p>
                  </a:txBody>
                  <a:tcPr>
                    <a:solidFill>
                      <a:schemeClr val="accent1">
                        <a:lumMod val="40000"/>
                        <a:lumOff val="60000"/>
                      </a:schemeClr>
                    </a:solidFill>
                  </a:tcPr>
                </a:tc>
                <a:extLst>
                  <a:ext uri="{0D108BD9-81ED-4DB2-BD59-A6C34878D82A}">
                    <a16:rowId xmlns:a16="http://schemas.microsoft.com/office/drawing/2014/main" val="2228443308"/>
                  </a:ext>
                </a:extLst>
              </a:tr>
            </a:tbl>
          </a:graphicData>
        </a:graphic>
      </p:graphicFrame>
      <p:pic>
        <p:nvPicPr>
          <p:cNvPr id="3" name="Picture 2" descr="Pos Logistics Berhad Company Overview &amp; Details - Maukerja">
            <a:extLst>
              <a:ext uri="{FF2B5EF4-FFF2-40B4-BE49-F238E27FC236}">
                <a16:creationId xmlns:a16="http://schemas.microsoft.com/office/drawing/2014/main" id="{06C76D35-F9A0-D326-21E8-BD8262B0985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18681" y="439040"/>
            <a:ext cx="1708048" cy="347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40862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7_Section Header">
    <p:spTree>
      <p:nvGrpSpPr>
        <p:cNvPr id="1" name=""/>
        <p:cNvGrpSpPr/>
        <p:nvPr/>
      </p:nvGrpSpPr>
      <p:grpSpPr>
        <a:xfrm>
          <a:off x="0" y="0"/>
          <a:ext cx="0" cy="0"/>
          <a:chOff x="0" y="0"/>
          <a:chExt cx="0" cy="0"/>
        </a:xfrm>
      </p:grpSpPr>
      <p:pic>
        <p:nvPicPr>
          <p:cNvPr id="7" name="Picture 2" descr="D:\plc\slide in.jpg"/>
          <p:cNvPicPr>
            <a:picLocks noChangeAspect="1" noChangeArrowheads="1"/>
          </p:cNvPicPr>
          <p:nvPr userDrawn="1"/>
        </p:nvPicPr>
        <p:blipFill rotWithShape="1">
          <a:blip r:embed="rId2"/>
          <a:srcRect/>
          <a:stretch>
            <a:fillRect/>
          </a:stretch>
        </p:blipFill>
        <p:spPr bwMode="auto">
          <a:xfrm>
            <a:off x="-19050" y="6781800"/>
            <a:ext cx="12211051" cy="76200"/>
          </a:xfrm>
          <a:prstGeom prst="rect">
            <a:avLst/>
          </a:prstGeom>
          <a:noFill/>
        </p:spPr>
      </p:pic>
      <p:graphicFrame>
        <p:nvGraphicFramePr>
          <p:cNvPr id="5" name="Table 4">
            <a:extLst>
              <a:ext uri="{FF2B5EF4-FFF2-40B4-BE49-F238E27FC236}">
                <a16:creationId xmlns:a16="http://schemas.microsoft.com/office/drawing/2014/main" id="{CFD8280A-D32B-45C5-AFAD-DFA00D248945}"/>
              </a:ext>
            </a:extLst>
          </p:cNvPr>
          <p:cNvGraphicFramePr>
            <a:graphicFrameLocks noGrp="1"/>
          </p:cNvGraphicFramePr>
          <p:nvPr userDrawn="1">
            <p:extLst>
              <p:ext uri="{D42A27DB-BD31-4B8C-83A1-F6EECF244321}">
                <p14:modId xmlns:p14="http://schemas.microsoft.com/office/powerpoint/2010/main" val="2616430099"/>
              </p:ext>
            </p:extLst>
          </p:nvPr>
        </p:nvGraphicFramePr>
        <p:xfrm>
          <a:off x="931" y="-8822"/>
          <a:ext cx="12191071" cy="1036320"/>
        </p:xfrm>
        <a:graphic>
          <a:graphicData uri="http://schemas.openxmlformats.org/drawingml/2006/table">
            <a:tbl>
              <a:tblPr firstCol="1" bandRow="1">
                <a:tableStyleId>{5C22544A-7EE6-4342-B048-85BDC9FD1C3A}</a:tableStyleId>
              </a:tblPr>
              <a:tblGrid>
                <a:gridCol w="1598400">
                  <a:extLst>
                    <a:ext uri="{9D8B030D-6E8A-4147-A177-3AD203B41FA5}">
                      <a16:colId xmlns:a16="http://schemas.microsoft.com/office/drawing/2014/main" val="20000"/>
                    </a:ext>
                  </a:extLst>
                </a:gridCol>
                <a:gridCol w="10592671">
                  <a:extLst>
                    <a:ext uri="{9D8B030D-6E8A-4147-A177-3AD203B41FA5}">
                      <a16:colId xmlns:a16="http://schemas.microsoft.com/office/drawing/2014/main" val="20001"/>
                    </a:ext>
                  </a:extLst>
                </a:gridCol>
              </a:tblGrid>
              <a:tr h="345440">
                <a:tc gridSpan="2">
                  <a:txBody>
                    <a:bodyPr/>
                    <a:lstStyle/>
                    <a:p>
                      <a:pPr algn="l"/>
                      <a:endParaRPr lang="en-GB" sz="1400" dirty="0">
                        <a:latin typeface="Trebuchet MS" panose="020B0603020202020204" pitchFamily="34" charset="0"/>
                      </a:endParaRPr>
                    </a:p>
                  </a:txBody>
                  <a:tcPr marL="91416" marR="91416" marT="45714" marB="45714" anchor="ctr">
                    <a:solidFill>
                      <a:schemeClr val="accent1">
                        <a:lumMod val="75000"/>
                      </a:schemeClr>
                    </a:solidFill>
                  </a:tcPr>
                </a:tc>
                <a:tc hMerge="1">
                  <a:txBody>
                    <a:bodyPr/>
                    <a:lstStyle/>
                    <a:p>
                      <a:endParaRPr lang="en-GB" sz="1800" dirty="0"/>
                    </a:p>
                  </a:txBody>
                  <a:tcPr marL="91416" marR="91416" marT="45714" marB="45714"/>
                </a:tc>
                <a:extLst>
                  <a:ext uri="{0D108BD9-81ED-4DB2-BD59-A6C34878D82A}">
                    <a16:rowId xmlns:a16="http://schemas.microsoft.com/office/drawing/2014/main" val="1394883968"/>
                  </a:ext>
                </a:extLst>
              </a:tr>
              <a:tr h="345440">
                <a:tc>
                  <a:txBody>
                    <a:bodyPr/>
                    <a:lstStyle/>
                    <a:p>
                      <a:pPr algn="l"/>
                      <a:r>
                        <a:rPr lang="en-US" sz="1200" dirty="0">
                          <a:latin typeface="Trebuchet MS" panose="020B0603020202020204" pitchFamily="34" charset="0"/>
                        </a:rPr>
                        <a:t>Process</a:t>
                      </a:r>
                      <a:r>
                        <a:rPr lang="en-US" sz="1200" baseline="0" dirty="0">
                          <a:latin typeface="Trebuchet MS" panose="020B0603020202020204" pitchFamily="34" charset="0"/>
                        </a:rPr>
                        <a:t> Time</a:t>
                      </a:r>
                      <a:endParaRPr lang="en-GB" sz="1200" dirty="0">
                        <a:latin typeface="Trebuchet MS" panose="020B0603020202020204" pitchFamily="34" charset="0"/>
                      </a:endParaRPr>
                    </a:p>
                  </a:txBody>
                  <a:tcPr marL="91416" marR="91416" marT="45714" marB="45714" anchor="ctr"/>
                </a:tc>
                <a:tc>
                  <a:txBody>
                    <a:bodyPr/>
                    <a:lstStyle/>
                    <a:p>
                      <a:pPr algn="l"/>
                      <a:endParaRPr lang="en-GB" sz="1400" dirty="0"/>
                    </a:p>
                  </a:txBody>
                  <a:tcPr marL="91416" marR="91416" marT="45714" marB="45714"/>
                </a:tc>
                <a:extLst>
                  <a:ext uri="{0D108BD9-81ED-4DB2-BD59-A6C34878D82A}">
                    <a16:rowId xmlns:a16="http://schemas.microsoft.com/office/drawing/2014/main" val="10000"/>
                  </a:ext>
                </a:extLst>
              </a:tr>
              <a:tr h="3454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rebuchet MS" panose="020B0603020202020204" pitchFamily="34" charset="0"/>
                        </a:rPr>
                        <a:t>Lead</a:t>
                      </a:r>
                      <a:r>
                        <a:rPr lang="en-US" sz="1200" baseline="0" dirty="0">
                          <a:latin typeface="Trebuchet MS" panose="020B0603020202020204" pitchFamily="34" charset="0"/>
                        </a:rPr>
                        <a:t> Time</a:t>
                      </a:r>
                      <a:endParaRPr lang="en-GB" sz="1200" dirty="0">
                        <a:latin typeface="Trebuchet MS" panose="020B0603020202020204" pitchFamily="34" charset="0"/>
                        <a:cs typeface="Calibri" panose="020F0502020204030204" pitchFamily="34" charset="0"/>
                      </a:endParaRPr>
                    </a:p>
                  </a:txBody>
                  <a:tcPr marL="91416" marR="91416" marT="45714" marB="45714" anchor="ctr"/>
                </a:tc>
                <a:tc>
                  <a:txBody>
                    <a:bodyPr/>
                    <a:lstStyle/>
                    <a:p>
                      <a:pPr algn="l"/>
                      <a:endParaRPr lang="en-GB" sz="1400" dirty="0"/>
                    </a:p>
                  </a:txBody>
                  <a:tcPr marL="91416" marR="91416" marT="45714" marB="45714"/>
                </a:tc>
                <a:extLst>
                  <a:ext uri="{0D108BD9-81ED-4DB2-BD59-A6C34878D82A}">
                    <a16:rowId xmlns:a16="http://schemas.microsoft.com/office/drawing/2014/main" val="1147309905"/>
                  </a:ext>
                </a:extLst>
              </a:tr>
            </a:tbl>
          </a:graphicData>
        </a:graphic>
      </p:graphicFrame>
    </p:spTree>
    <p:extLst>
      <p:ext uri="{BB962C8B-B14F-4D97-AF65-F5344CB8AC3E}">
        <p14:creationId xmlns:p14="http://schemas.microsoft.com/office/powerpoint/2010/main" val="682297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13" name="Slide Number Placeholder 5">
            <a:extLst>
              <a:ext uri="{FF2B5EF4-FFF2-40B4-BE49-F238E27FC236}">
                <a16:creationId xmlns:a16="http://schemas.microsoft.com/office/drawing/2014/main" id="{E0629D5C-E345-448E-9010-07C0C73449A2}"/>
              </a:ext>
            </a:extLst>
          </p:cNvPr>
          <p:cNvSpPr>
            <a:spLocks noGrp="1"/>
          </p:cNvSpPr>
          <p:nvPr>
            <p:ph type="sldNum" sz="quarter" idx="12"/>
          </p:nvPr>
        </p:nvSpPr>
        <p:spPr>
          <a:xfrm>
            <a:off x="10348574" y="6406876"/>
            <a:ext cx="17062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7C2E56-089A-4EEA-893F-076C96238506}" type="slidenum">
              <a:rPr kumimoji="0" lang="en-US" sz="1200" b="0" i="0" u="none" strike="noStrike" kern="1200" cap="none" spc="0" normalizeH="0" baseline="0" noProof="0" smtClean="0">
                <a:ln>
                  <a:noFill/>
                </a:ln>
                <a:solidFill>
                  <a:srgbClr val="A6B727"/>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A6B727"/>
              </a:solidFill>
              <a:effectLst/>
              <a:uLnTx/>
              <a:uFillTx/>
              <a:latin typeface="Calibri Light"/>
              <a:ea typeface="+mn-ea"/>
              <a:cs typeface="+mn-cs"/>
            </a:endParaRPr>
          </a:p>
        </p:txBody>
      </p:sp>
      <p:sp>
        <p:nvSpPr>
          <p:cNvPr id="6" name="TextBox 5">
            <a:extLst>
              <a:ext uri="{FF2B5EF4-FFF2-40B4-BE49-F238E27FC236}">
                <a16:creationId xmlns:a16="http://schemas.microsoft.com/office/drawing/2014/main" id="{77957575-86D0-496A-BD98-ED1E6B3D7773}"/>
              </a:ext>
            </a:extLst>
          </p:cNvPr>
          <p:cNvSpPr txBox="1"/>
          <p:nvPr userDrawn="1"/>
        </p:nvSpPr>
        <p:spPr>
          <a:xfrm>
            <a:off x="646743" y="1640273"/>
            <a:ext cx="1688968"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SUPPLIERS</a:t>
            </a:r>
          </a:p>
        </p:txBody>
      </p:sp>
      <p:sp>
        <p:nvSpPr>
          <p:cNvPr id="7" name="TextBox 6">
            <a:extLst>
              <a:ext uri="{FF2B5EF4-FFF2-40B4-BE49-F238E27FC236}">
                <a16:creationId xmlns:a16="http://schemas.microsoft.com/office/drawing/2014/main" id="{0FC68B6A-C7A3-4DB3-95D6-608A6FA83D2E}"/>
              </a:ext>
            </a:extLst>
          </p:cNvPr>
          <p:cNvSpPr txBox="1"/>
          <p:nvPr userDrawn="1"/>
        </p:nvSpPr>
        <p:spPr>
          <a:xfrm>
            <a:off x="2857457" y="1640273"/>
            <a:ext cx="154614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INPUTS</a:t>
            </a:r>
          </a:p>
        </p:txBody>
      </p:sp>
      <p:sp>
        <p:nvSpPr>
          <p:cNvPr id="8" name="TextBox 7">
            <a:extLst>
              <a:ext uri="{FF2B5EF4-FFF2-40B4-BE49-F238E27FC236}">
                <a16:creationId xmlns:a16="http://schemas.microsoft.com/office/drawing/2014/main" id="{9759C6FC-28D2-4052-9F1C-5CC640E92891}"/>
              </a:ext>
            </a:extLst>
          </p:cNvPr>
          <p:cNvSpPr txBox="1"/>
          <p:nvPr userDrawn="1"/>
        </p:nvSpPr>
        <p:spPr>
          <a:xfrm>
            <a:off x="5068171" y="1640273"/>
            <a:ext cx="154614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PROCESS</a:t>
            </a:r>
          </a:p>
        </p:txBody>
      </p:sp>
      <p:sp>
        <p:nvSpPr>
          <p:cNvPr id="9" name="TextBox 8">
            <a:extLst>
              <a:ext uri="{FF2B5EF4-FFF2-40B4-BE49-F238E27FC236}">
                <a16:creationId xmlns:a16="http://schemas.microsoft.com/office/drawing/2014/main" id="{5C466633-D345-4D67-9234-74F1225E0D5B}"/>
              </a:ext>
            </a:extLst>
          </p:cNvPr>
          <p:cNvSpPr txBox="1"/>
          <p:nvPr userDrawn="1"/>
        </p:nvSpPr>
        <p:spPr>
          <a:xfrm>
            <a:off x="7278885" y="1640273"/>
            <a:ext cx="154614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OUTPUT</a:t>
            </a:r>
          </a:p>
        </p:txBody>
      </p:sp>
      <p:sp>
        <p:nvSpPr>
          <p:cNvPr id="10" name="TextBox 9">
            <a:extLst>
              <a:ext uri="{FF2B5EF4-FFF2-40B4-BE49-F238E27FC236}">
                <a16:creationId xmlns:a16="http://schemas.microsoft.com/office/drawing/2014/main" id="{C048C226-D87F-434A-AE71-299BCE790509}"/>
              </a:ext>
            </a:extLst>
          </p:cNvPr>
          <p:cNvSpPr txBox="1"/>
          <p:nvPr userDrawn="1"/>
        </p:nvSpPr>
        <p:spPr>
          <a:xfrm>
            <a:off x="9767146" y="1625814"/>
            <a:ext cx="1810961"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CUSTOMERS</a:t>
            </a:r>
          </a:p>
        </p:txBody>
      </p:sp>
      <p:cxnSp>
        <p:nvCxnSpPr>
          <p:cNvPr id="11" name="Straight Connector 10">
            <a:extLst>
              <a:ext uri="{FF2B5EF4-FFF2-40B4-BE49-F238E27FC236}">
                <a16:creationId xmlns:a16="http://schemas.microsoft.com/office/drawing/2014/main" id="{6130971D-2840-4B77-A295-BF6847781B04}"/>
              </a:ext>
            </a:extLst>
          </p:cNvPr>
          <p:cNvCxnSpPr/>
          <p:nvPr userDrawn="1"/>
        </p:nvCxnSpPr>
        <p:spPr>
          <a:xfrm>
            <a:off x="5804232" y="2457075"/>
            <a:ext cx="0" cy="1905000"/>
          </a:xfrm>
          <a:prstGeom prst="line">
            <a:avLst/>
          </a:prstGeom>
          <a:ln w="28575">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80D5ECF4-E24C-7CB9-63E3-2E643F8DF278}"/>
              </a:ext>
            </a:extLst>
          </p:cNvPr>
          <p:cNvGraphicFramePr>
            <a:graphicFrameLocks noGrp="1"/>
          </p:cNvGraphicFramePr>
          <p:nvPr userDrawn="1">
            <p:extLst>
              <p:ext uri="{D42A27DB-BD31-4B8C-83A1-F6EECF244321}">
                <p14:modId xmlns:p14="http://schemas.microsoft.com/office/powerpoint/2010/main" val="1599707313"/>
              </p:ext>
            </p:extLst>
          </p:nvPr>
        </p:nvGraphicFramePr>
        <p:xfrm>
          <a:off x="270510" y="230474"/>
          <a:ext cx="11620500" cy="1112520"/>
        </p:xfrm>
        <a:graphic>
          <a:graphicData uri="http://schemas.openxmlformats.org/drawingml/2006/table">
            <a:tbl>
              <a:tblPr firstRow="1" bandRow="1">
                <a:tableStyleId>{5C22544A-7EE6-4342-B048-85BDC9FD1C3A}</a:tableStyleId>
              </a:tblPr>
              <a:tblGrid>
                <a:gridCol w="2324100">
                  <a:extLst>
                    <a:ext uri="{9D8B030D-6E8A-4147-A177-3AD203B41FA5}">
                      <a16:colId xmlns:a16="http://schemas.microsoft.com/office/drawing/2014/main" val="152072891"/>
                    </a:ext>
                  </a:extLst>
                </a:gridCol>
                <a:gridCol w="2324100">
                  <a:extLst>
                    <a:ext uri="{9D8B030D-6E8A-4147-A177-3AD203B41FA5}">
                      <a16:colId xmlns:a16="http://schemas.microsoft.com/office/drawing/2014/main" val="469112540"/>
                    </a:ext>
                  </a:extLst>
                </a:gridCol>
                <a:gridCol w="2324100">
                  <a:extLst>
                    <a:ext uri="{9D8B030D-6E8A-4147-A177-3AD203B41FA5}">
                      <a16:colId xmlns:a16="http://schemas.microsoft.com/office/drawing/2014/main" val="1518746254"/>
                    </a:ext>
                  </a:extLst>
                </a:gridCol>
                <a:gridCol w="2324100">
                  <a:extLst>
                    <a:ext uri="{9D8B030D-6E8A-4147-A177-3AD203B41FA5}">
                      <a16:colId xmlns:a16="http://schemas.microsoft.com/office/drawing/2014/main" val="674173241"/>
                    </a:ext>
                  </a:extLst>
                </a:gridCol>
                <a:gridCol w="2324100">
                  <a:extLst>
                    <a:ext uri="{9D8B030D-6E8A-4147-A177-3AD203B41FA5}">
                      <a16:colId xmlns:a16="http://schemas.microsoft.com/office/drawing/2014/main" val="1263982769"/>
                    </a:ext>
                  </a:extLst>
                </a:gridCol>
              </a:tblGrid>
              <a:tr h="370840">
                <a:tc rowSpan="2">
                  <a:txBody>
                    <a:bodyPr/>
                    <a:lstStyle/>
                    <a:p>
                      <a:endParaRPr lang="en-GB" dirty="0">
                        <a:solidFill>
                          <a:sysClr val="windowText" lastClr="000000"/>
                        </a:solidFill>
                      </a:endParaRPr>
                    </a:p>
                  </a:txBody>
                  <a:tcPr>
                    <a:solidFill>
                      <a:schemeClr val="bg2"/>
                    </a:solidFill>
                  </a:tcPr>
                </a:tc>
                <a:tc>
                  <a:txBody>
                    <a:bodyPr/>
                    <a:lstStyle/>
                    <a:p>
                      <a:pPr algn="ctr"/>
                      <a:r>
                        <a:rPr lang="en-US" sz="1200" b="1" dirty="0">
                          <a:solidFill>
                            <a:schemeClr val="bg1"/>
                          </a:solidFill>
                          <a:latin typeface="Trebuchet MS" panose="020B0603020202020204" pitchFamily="34" charset="0"/>
                        </a:rPr>
                        <a:t>Approved</a:t>
                      </a:r>
                      <a:r>
                        <a:rPr lang="en-US" sz="1200" b="1" baseline="0" dirty="0">
                          <a:solidFill>
                            <a:schemeClr val="bg1"/>
                          </a:solidFill>
                          <a:latin typeface="Trebuchet MS" panose="020B0603020202020204" pitchFamily="34" charset="0"/>
                        </a:rPr>
                        <a:t> by</a:t>
                      </a:r>
                      <a:endParaRPr lang="en-US" sz="1200" b="1" dirty="0">
                        <a:solidFill>
                          <a:schemeClr val="bg1"/>
                        </a:solidFill>
                        <a:latin typeface="Trebuchet MS" panose="020B0603020202020204" pitchFamily="34" charset="0"/>
                      </a:endParaRPr>
                    </a:p>
                  </a:txBody>
                  <a:tcPr anchor="ctr">
                    <a:solidFill>
                      <a:schemeClr val="accent1">
                        <a:lumMod val="75000"/>
                      </a:schemeClr>
                    </a:solidFill>
                  </a:tcPr>
                </a:tc>
                <a:tc>
                  <a:txBody>
                    <a:bodyPr/>
                    <a:lstStyle/>
                    <a:p>
                      <a:pPr algn="ctr"/>
                      <a:r>
                        <a:rPr lang="en-US" sz="1200" b="1" dirty="0">
                          <a:solidFill>
                            <a:schemeClr val="bg1"/>
                          </a:solidFill>
                          <a:latin typeface="Trebuchet MS" panose="020B0603020202020204" pitchFamily="34" charset="0"/>
                        </a:rPr>
                        <a:t>Effective</a:t>
                      </a:r>
                      <a:r>
                        <a:rPr lang="en-US" sz="1200" b="1" baseline="0" dirty="0">
                          <a:solidFill>
                            <a:schemeClr val="bg1"/>
                          </a:solidFill>
                          <a:latin typeface="Trebuchet MS" panose="020B0603020202020204" pitchFamily="34" charset="0"/>
                        </a:rPr>
                        <a:t> Date</a:t>
                      </a:r>
                      <a:endParaRPr lang="en-US" sz="1200" b="1" dirty="0">
                        <a:solidFill>
                          <a:schemeClr val="bg1"/>
                        </a:solidFill>
                        <a:latin typeface="Trebuchet MS" panose="020B0603020202020204" pitchFamily="34" charset="0"/>
                      </a:endParaRPr>
                    </a:p>
                  </a:txBody>
                  <a:tcPr anchor="ctr">
                    <a:solidFill>
                      <a:schemeClr val="accent1">
                        <a:lumMod val="75000"/>
                      </a:schemeClr>
                    </a:solidFill>
                  </a:tcPr>
                </a:tc>
                <a:tc>
                  <a:txBody>
                    <a:bodyPr/>
                    <a:lstStyle/>
                    <a:p>
                      <a:pPr algn="ctr"/>
                      <a:r>
                        <a:rPr lang="en-US" sz="1200" b="1" dirty="0">
                          <a:solidFill>
                            <a:schemeClr val="bg1"/>
                          </a:solidFill>
                          <a:latin typeface="Trebuchet MS" panose="020B0603020202020204" pitchFamily="34" charset="0"/>
                        </a:rPr>
                        <a:t>Classification</a:t>
                      </a:r>
                    </a:p>
                  </a:txBody>
                  <a:tcPr anchor="ctr">
                    <a:solidFill>
                      <a:schemeClr val="accent1">
                        <a:lumMod val="75000"/>
                      </a:schemeClr>
                    </a:solidFill>
                  </a:tcPr>
                </a:tc>
                <a:tc>
                  <a:txBody>
                    <a:bodyPr/>
                    <a:lstStyle/>
                    <a:p>
                      <a:pPr algn="ctr"/>
                      <a:r>
                        <a:rPr lang="en-US" sz="1200" b="1" dirty="0">
                          <a:solidFill>
                            <a:schemeClr val="bg1"/>
                          </a:solidFill>
                          <a:latin typeface="Trebuchet MS" panose="020B0603020202020204" pitchFamily="34" charset="0"/>
                        </a:rPr>
                        <a:t>Control Status</a:t>
                      </a:r>
                    </a:p>
                  </a:txBody>
                  <a:tcPr anchor="ctr">
                    <a:solidFill>
                      <a:schemeClr val="accent1">
                        <a:lumMod val="75000"/>
                      </a:schemeClr>
                    </a:solidFill>
                  </a:tcPr>
                </a:tc>
                <a:extLst>
                  <a:ext uri="{0D108BD9-81ED-4DB2-BD59-A6C34878D82A}">
                    <a16:rowId xmlns:a16="http://schemas.microsoft.com/office/drawing/2014/main" val="1330761444"/>
                  </a:ext>
                </a:extLst>
              </a:tr>
              <a:tr h="370840">
                <a:tc vMerge="1">
                  <a:txBody>
                    <a:bodyPr/>
                    <a:lstStyle/>
                    <a:p>
                      <a:endParaRPr lang="en-GB" dirty="0"/>
                    </a:p>
                  </a:txBody>
                  <a:tcPr/>
                </a:tc>
                <a:tc>
                  <a:txBody>
                    <a:bodyPr/>
                    <a:lstStyle/>
                    <a:p>
                      <a:endParaRPr lang="en-GB" dirty="0"/>
                    </a:p>
                  </a:txBody>
                  <a:tcPr>
                    <a:solidFill>
                      <a:schemeClr val="accent1">
                        <a:lumMod val="20000"/>
                        <a:lumOff val="80000"/>
                      </a:schemeClr>
                    </a:solidFill>
                  </a:tcPr>
                </a:tc>
                <a:tc>
                  <a:txBody>
                    <a:bodyPr/>
                    <a:lstStyle/>
                    <a:p>
                      <a:endParaRPr lang="en-GB" dirty="0"/>
                    </a:p>
                  </a:txBody>
                  <a:tcPr>
                    <a:solidFill>
                      <a:schemeClr val="accent1">
                        <a:lumMod val="20000"/>
                        <a:lumOff val="80000"/>
                      </a:schemeClr>
                    </a:solidFill>
                  </a:tcPr>
                </a:tc>
                <a:tc>
                  <a:txBody>
                    <a:bodyPr/>
                    <a:lstStyle/>
                    <a:p>
                      <a:pPr algn="ctr"/>
                      <a:r>
                        <a:rPr lang="en-US" sz="1200" b="0" dirty="0">
                          <a:latin typeface="Trebuchet MS" panose="020B0603020202020204" pitchFamily="34" charset="0"/>
                        </a:rPr>
                        <a:t>Internal</a:t>
                      </a:r>
                      <a:r>
                        <a:rPr lang="en-US" sz="1200" b="0" baseline="0" dirty="0">
                          <a:latin typeface="Trebuchet MS" panose="020B0603020202020204" pitchFamily="34" charset="0"/>
                        </a:rPr>
                        <a:t> Use</a:t>
                      </a:r>
                      <a:endParaRPr lang="en-US" sz="1200" b="0" dirty="0">
                        <a:latin typeface="Trebuchet MS" panose="020B0603020202020204" pitchFamily="34" charset="0"/>
                      </a:endParaRPr>
                    </a:p>
                  </a:txBody>
                  <a:tcPr anchor="ctr">
                    <a:solidFill>
                      <a:schemeClr val="accent1">
                        <a:lumMod val="20000"/>
                        <a:lumOff val="80000"/>
                      </a:schemeClr>
                    </a:solidFill>
                  </a:tcPr>
                </a:tc>
                <a:tc>
                  <a:txBody>
                    <a:bodyPr/>
                    <a:lstStyle/>
                    <a:p>
                      <a:pPr algn="ctr"/>
                      <a:r>
                        <a:rPr lang="en-US" sz="1200" b="0" dirty="0">
                          <a:latin typeface="Trebuchet MS" panose="020B0603020202020204" pitchFamily="34" charset="0"/>
                        </a:rPr>
                        <a:t>Controlled Copy</a:t>
                      </a:r>
                    </a:p>
                  </a:txBody>
                  <a:tcPr anchor="ctr">
                    <a:solidFill>
                      <a:schemeClr val="accent1">
                        <a:lumMod val="20000"/>
                        <a:lumOff val="80000"/>
                      </a:schemeClr>
                    </a:solidFill>
                  </a:tcPr>
                </a:tc>
                <a:extLst>
                  <a:ext uri="{0D108BD9-81ED-4DB2-BD59-A6C34878D82A}">
                    <a16:rowId xmlns:a16="http://schemas.microsoft.com/office/drawing/2014/main" val="187144033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Trebuchet MS" panose="020B0603020202020204" pitchFamily="34" charset="0"/>
                        </a:rPr>
                        <a:t>Document</a:t>
                      </a:r>
                      <a:r>
                        <a:rPr lang="en-US" sz="1200" b="0" baseline="0" dirty="0">
                          <a:solidFill>
                            <a:schemeClr val="tx1"/>
                          </a:solidFill>
                          <a:latin typeface="Trebuchet MS" panose="020B0603020202020204" pitchFamily="34" charset="0"/>
                        </a:rPr>
                        <a:t> Title</a:t>
                      </a:r>
                      <a:endParaRPr lang="en-US" sz="1200" b="0" dirty="0">
                        <a:solidFill>
                          <a:schemeClr val="tx1"/>
                        </a:solidFill>
                        <a:latin typeface="Trebuchet MS" panose="020B0603020202020204" pitchFamily="34" charset="0"/>
                      </a:endParaRPr>
                    </a:p>
                  </a:txBody>
                  <a:tcPr>
                    <a:solidFill>
                      <a:schemeClr val="accent1">
                        <a:lumMod val="40000"/>
                        <a:lumOff val="60000"/>
                      </a:schemeClr>
                    </a:solidFill>
                  </a:tcPr>
                </a:tc>
                <a:tc>
                  <a:txBody>
                    <a:bodyPr/>
                    <a:lstStyle/>
                    <a:p>
                      <a:endParaRPr lang="en-GB" dirty="0"/>
                    </a:p>
                  </a:txBody>
                  <a:tcPr>
                    <a:solidFill>
                      <a:schemeClr val="accent1">
                        <a:lumMod val="40000"/>
                        <a:lumOff val="60000"/>
                      </a:schemeClr>
                    </a:solidFill>
                  </a:tcPr>
                </a:tc>
                <a:tc>
                  <a:txBody>
                    <a:bodyPr/>
                    <a:lstStyle/>
                    <a:p>
                      <a:endParaRPr lang="en-GB" dirty="0"/>
                    </a:p>
                  </a:txBody>
                  <a:tcPr>
                    <a:solidFill>
                      <a:schemeClr val="accent1">
                        <a:lumMod val="40000"/>
                        <a:lumOff val="60000"/>
                      </a:schemeClr>
                    </a:solidFill>
                  </a:tcPr>
                </a:tc>
                <a:tc>
                  <a:txBody>
                    <a:bodyPr/>
                    <a:lstStyle/>
                    <a:p>
                      <a:endParaRPr lang="en-GB" dirty="0"/>
                    </a:p>
                  </a:txBody>
                  <a:tcPr>
                    <a:solidFill>
                      <a:schemeClr val="accent1">
                        <a:lumMod val="40000"/>
                        <a:lumOff val="60000"/>
                      </a:schemeClr>
                    </a:solidFill>
                  </a:tcPr>
                </a:tc>
                <a:tc>
                  <a:txBody>
                    <a:bodyPr/>
                    <a:lstStyle/>
                    <a:p>
                      <a:endParaRPr lang="en-GB" dirty="0"/>
                    </a:p>
                  </a:txBody>
                  <a:tcPr>
                    <a:solidFill>
                      <a:schemeClr val="accent1">
                        <a:lumMod val="40000"/>
                        <a:lumOff val="60000"/>
                      </a:schemeClr>
                    </a:solidFill>
                  </a:tcPr>
                </a:tc>
                <a:extLst>
                  <a:ext uri="{0D108BD9-81ED-4DB2-BD59-A6C34878D82A}">
                    <a16:rowId xmlns:a16="http://schemas.microsoft.com/office/drawing/2014/main" val="2228443308"/>
                  </a:ext>
                </a:extLst>
              </a:tr>
            </a:tbl>
          </a:graphicData>
        </a:graphic>
      </p:graphicFrame>
      <p:pic>
        <p:nvPicPr>
          <p:cNvPr id="3" name="Picture 2" descr="Pos Logistics Berhad Company Overview &amp; Details - Maukerja">
            <a:extLst>
              <a:ext uri="{FF2B5EF4-FFF2-40B4-BE49-F238E27FC236}">
                <a16:creationId xmlns:a16="http://schemas.microsoft.com/office/drawing/2014/main" id="{536E6EE6-4E94-1BFD-CBC0-E93F0CD587A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18681" y="439040"/>
            <a:ext cx="1708048" cy="347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630029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4DDAD3B7-2980-48E1-A242-18F05FA62A89}"/>
              </a:ext>
            </a:extLst>
          </p:cNvPr>
          <p:cNvGrpSpPr/>
          <p:nvPr userDrawn="1"/>
        </p:nvGrpSpPr>
        <p:grpSpPr>
          <a:xfrm>
            <a:off x="9627617" y="1553319"/>
            <a:ext cx="2563868" cy="1144370"/>
            <a:chOff x="8883631" y="1322802"/>
            <a:chExt cx="3168002" cy="1666875"/>
          </a:xfrm>
        </p:grpSpPr>
        <p:sp>
          <p:nvSpPr>
            <p:cNvPr id="14" name="Rectangle 13">
              <a:extLst>
                <a:ext uri="{FF2B5EF4-FFF2-40B4-BE49-F238E27FC236}">
                  <a16:creationId xmlns:a16="http://schemas.microsoft.com/office/drawing/2014/main" id="{39DFC96B-A912-4E91-84C0-0423E97C9088}"/>
                </a:ext>
              </a:extLst>
            </p:cNvPr>
            <p:cNvSpPr/>
            <p:nvPr userDrawn="1"/>
          </p:nvSpPr>
          <p:spPr>
            <a:xfrm>
              <a:off x="9772650" y="1847850"/>
              <a:ext cx="1200150" cy="619125"/>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schemeClr val="bg1"/>
                  </a:solidFill>
                  <a:effectLst/>
                  <a:uLnTx/>
                  <a:uFillTx/>
                  <a:latin typeface="Trebuchet MS" panose="020B0603020202020204" pitchFamily="34" charset="0"/>
                  <a:ea typeface="+mn-ea"/>
                  <a:cs typeface="+mn-cs"/>
                </a:rPr>
                <a:t>Function</a:t>
              </a:r>
            </a:p>
          </p:txBody>
        </p:sp>
        <p:cxnSp>
          <p:nvCxnSpPr>
            <p:cNvPr id="15" name="Straight Arrow Connector 14">
              <a:extLst>
                <a:ext uri="{FF2B5EF4-FFF2-40B4-BE49-F238E27FC236}">
                  <a16:creationId xmlns:a16="http://schemas.microsoft.com/office/drawing/2014/main" id="{D7A03214-838E-4572-A247-C64A7930E98A}"/>
                </a:ext>
              </a:extLst>
            </p:cNvPr>
            <p:cNvCxnSpPr/>
            <p:nvPr userDrawn="1"/>
          </p:nvCxnSpPr>
          <p:spPr>
            <a:xfrm>
              <a:off x="9989958" y="1371600"/>
              <a:ext cx="0" cy="4857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D5864D2-68A9-42D6-98AE-7CB349A42D81}"/>
                </a:ext>
              </a:extLst>
            </p:cNvPr>
            <p:cNvCxnSpPr>
              <a:cxnSpLocks/>
              <a:stCxn id="14" idx="3"/>
            </p:cNvCxnSpPr>
            <p:nvPr userDrawn="1"/>
          </p:nvCxnSpPr>
          <p:spPr>
            <a:xfrm>
              <a:off x="10972800" y="2157413"/>
              <a:ext cx="6008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D310C60-F0EF-498F-9AD2-1ED31B9EA4CD}"/>
                </a:ext>
              </a:extLst>
            </p:cNvPr>
            <p:cNvCxnSpPr>
              <a:cxnSpLocks/>
            </p:cNvCxnSpPr>
            <p:nvPr userDrawn="1"/>
          </p:nvCxnSpPr>
          <p:spPr>
            <a:xfrm flipV="1">
              <a:off x="10828348" y="2466975"/>
              <a:ext cx="0" cy="4857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53518B9-EE49-47B4-AFE5-DBEB54DE4B65}"/>
                </a:ext>
              </a:extLst>
            </p:cNvPr>
            <p:cNvCxnSpPr>
              <a:cxnSpLocks/>
            </p:cNvCxnSpPr>
            <p:nvPr userDrawn="1"/>
          </p:nvCxnSpPr>
          <p:spPr>
            <a:xfrm>
              <a:off x="9171758" y="2157412"/>
              <a:ext cx="6008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B00238B-B906-4280-B671-F1C300F5A167}"/>
                </a:ext>
              </a:extLst>
            </p:cNvPr>
            <p:cNvSpPr txBox="1"/>
            <p:nvPr userDrawn="1"/>
          </p:nvSpPr>
          <p:spPr>
            <a:xfrm>
              <a:off x="9973818" y="1437842"/>
              <a:ext cx="1052510" cy="40347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Controls</a:t>
              </a:r>
            </a:p>
          </p:txBody>
        </p:sp>
        <p:sp>
          <p:nvSpPr>
            <p:cNvPr id="20" name="TextBox 19">
              <a:extLst>
                <a:ext uri="{FF2B5EF4-FFF2-40B4-BE49-F238E27FC236}">
                  <a16:creationId xmlns:a16="http://schemas.microsoft.com/office/drawing/2014/main" id="{5C14D44F-A4E2-4F8E-91B6-7DB1D49A03F6}"/>
                </a:ext>
              </a:extLst>
            </p:cNvPr>
            <p:cNvSpPr txBox="1"/>
            <p:nvPr userDrawn="1"/>
          </p:nvSpPr>
          <p:spPr>
            <a:xfrm>
              <a:off x="8953500" y="1767422"/>
              <a:ext cx="819150" cy="40347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Input</a:t>
              </a:r>
            </a:p>
          </p:txBody>
        </p:sp>
        <p:sp>
          <p:nvSpPr>
            <p:cNvPr id="21" name="TextBox 20">
              <a:extLst>
                <a:ext uri="{FF2B5EF4-FFF2-40B4-BE49-F238E27FC236}">
                  <a16:creationId xmlns:a16="http://schemas.microsoft.com/office/drawing/2014/main" id="{57E12360-8867-4EB8-92CD-D1A53B6D8E3E}"/>
                </a:ext>
              </a:extLst>
            </p:cNvPr>
            <p:cNvSpPr txBox="1"/>
            <p:nvPr userDrawn="1"/>
          </p:nvSpPr>
          <p:spPr>
            <a:xfrm>
              <a:off x="9734407" y="2473321"/>
              <a:ext cx="1200149" cy="40347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Resources</a:t>
              </a:r>
            </a:p>
          </p:txBody>
        </p:sp>
        <p:sp>
          <p:nvSpPr>
            <p:cNvPr id="22" name="TextBox 21">
              <a:extLst>
                <a:ext uri="{FF2B5EF4-FFF2-40B4-BE49-F238E27FC236}">
                  <a16:creationId xmlns:a16="http://schemas.microsoft.com/office/drawing/2014/main" id="{92947B80-14AC-47A8-8A89-B7737EB30AD2}"/>
                </a:ext>
              </a:extLst>
            </p:cNvPr>
            <p:cNvSpPr txBox="1"/>
            <p:nvPr userDrawn="1"/>
          </p:nvSpPr>
          <p:spPr>
            <a:xfrm>
              <a:off x="10999120" y="1765262"/>
              <a:ext cx="1052513" cy="40347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Output</a:t>
              </a:r>
            </a:p>
          </p:txBody>
        </p:sp>
        <p:sp>
          <p:nvSpPr>
            <p:cNvPr id="23" name="Rectangle 22">
              <a:extLst>
                <a:ext uri="{FF2B5EF4-FFF2-40B4-BE49-F238E27FC236}">
                  <a16:creationId xmlns:a16="http://schemas.microsoft.com/office/drawing/2014/main" id="{1A689DFF-6C6A-4E08-8E8C-037237CF263A}"/>
                </a:ext>
              </a:extLst>
            </p:cNvPr>
            <p:cNvSpPr/>
            <p:nvPr userDrawn="1"/>
          </p:nvSpPr>
          <p:spPr>
            <a:xfrm>
              <a:off x="8883631" y="1322802"/>
              <a:ext cx="2992704" cy="1666875"/>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endParaRPr>
            </a:p>
          </p:txBody>
        </p:sp>
      </p:grpSp>
      <p:sp>
        <p:nvSpPr>
          <p:cNvPr id="24" name="Slide Number Placeholder 5">
            <a:extLst>
              <a:ext uri="{FF2B5EF4-FFF2-40B4-BE49-F238E27FC236}">
                <a16:creationId xmlns:a16="http://schemas.microsoft.com/office/drawing/2014/main" id="{520CE387-5120-48E3-9EF2-BC25AE86146F}"/>
              </a:ext>
            </a:extLst>
          </p:cNvPr>
          <p:cNvSpPr txBox="1">
            <a:spLocks/>
          </p:cNvSpPr>
          <p:nvPr userDrawn="1"/>
        </p:nvSpPr>
        <p:spPr>
          <a:xfrm>
            <a:off x="10348574" y="6406876"/>
            <a:ext cx="17062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AF7C2E56-089A-4EEA-893F-076C96238506}" type="slidenum">
              <a:rPr lang="en-US" smtClean="0">
                <a:solidFill>
                  <a:srgbClr val="A6B727"/>
                </a:solidFill>
                <a:latin typeface="Calibri Light"/>
              </a:rPr>
              <a:pPr>
                <a:defRPr/>
              </a:pPr>
              <a:t>‹#›</a:t>
            </a:fld>
            <a:endParaRPr lang="en-US" dirty="0">
              <a:solidFill>
                <a:srgbClr val="A6B727"/>
              </a:solidFill>
              <a:latin typeface="Calibri Light"/>
            </a:endParaRPr>
          </a:p>
        </p:txBody>
      </p:sp>
    </p:spTree>
    <p:extLst>
      <p:ext uri="{BB962C8B-B14F-4D97-AF65-F5344CB8AC3E}">
        <p14:creationId xmlns:p14="http://schemas.microsoft.com/office/powerpoint/2010/main" val="35346947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7_Section Header">
    <p:spTree>
      <p:nvGrpSpPr>
        <p:cNvPr id="1" name=""/>
        <p:cNvGrpSpPr/>
        <p:nvPr/>
      </p:nvGrpSpPr>
      <p:grpSpPr>
        <a:xfrm>
          <a:off x="0" y="0"/>
          <a:ext cx="0" cy="0"/>
          <a:chOff x="0" y="0"/>
          <a:chExt cx="0" cy="0"/>
        </a:xfrm>
      </p:grpSpPr>
      <p:pic>
        <p:nvPicPr>
          <p:cNvPr id="7" name="Picture 2" descr="D:\plc\slide in.jpg"/>
          <p:cNvPicPr>
            <a:picLocks noChangeAspect="1" noChangeArrowheads="1"/>
          </p:cNvPicPr>
          <p:nvPr userDrawn="1"/>
        </p:nvPicPr>
        <p:blipFill rotWithShape="1">
          <a:blip r:embed="rId2"/>
          <a:srcRect/>
          <a:stretch>
            <a:fillRect/>
          </a:stretch>
        </p:blipFill>
        <p:spPr bwMode="auto">
          <a:xfrm>
            <a:off x="-19050" y="6781800"/>
            <a:ext cx="12211051" cy="76200"/>
          </a:xfrm>
          <a:prstGeom prst="rect">
            <a:avLst/>
          </a:prstGeom>
          <a:noFill/>
        </p:spPr>
      </p:pic>
      <p:graphicFrame>
        <p:nvGraphicFramePr>
          <p:cNvPr id="6" name="Table 5">
            <a:extLst>
              <a:ext uri="{FF2B5EF4-FFF2-40B4-BE49-F238E27FC236}">
                <a16:creationId xmlns:a16="http://schemas.microsoft.com/office/drawing/2014/main" id="{B71BF630-B6D3-47FD-93AB-1362E293452C}"/>
              </a:ext>
            </a:extLst>
          </p:cNvPr>
          <p:cNvGraphicFramePr>
            <a:graphicFrameLocks noGrp="1"/>
          </p:cNvGraphicFramePr>
          <p:nvPr userDrawn="1">
            <p:extLst>
              <p:ext uri="{D42A27DB-BD31-4B8C-83A1-F6EECF244321}">
                <p14:modId xmlns:p14="http://schemas.microsoft.com/office/powerpoint/2010/main" val="1590778515"/>
              </p:ext>
            </p:extLst>
          </p:nvPr>
        </p:nvGraphicFramePr>
        <p:xfrm>
          <a:off x="931" y="-8822"/>
          <a:ext cx="12191071" cy="1036320"/>
        </p:xfrm>
        <a:graphic>
          <a:graphicData uri="http://schemas.openxmlformats.org/drawingml/2006/table">
            <a:tbl>
              <a:tblPr firstCol="1" bandRow="1">
                <a:tableStyleId>{5C22544A-7EE6-4342-B048-85BDC9FD1C3A}</a:tableStyleId>
              </a:tblPr>
              <a:tblGrid>
                <a:gridCol w="1598400">
                  <a:extLst>
                    <a:ext uri="{9D8B030D-6E8A-4147-A177-3AD203B41FA5}">
                      <a16:colId xmlns:a16="http://schemas.microsoft.com/office/drawing/2014/main" val="20000"/>
                    </a:ext>
                  </a:extLst>
                </a:gridCol>
                <a:gridCol w="10592671">
                  <a:extLst>
                    <a:ext uri="{9D8B030D-6E8A-4147-A177-3AD203B41FA5}">
                      <a16:colId xmlns:a16="http://schemas.microsoft.com/office/drawing/2014/main" val="20001"/>
                    </a:ext>
                  </a:extLst>
                </a:gridCol>
              </a:tblGrid>
              <a:tr h="345440">
                <a:tc gridSpan="2">
                  <a:txBody>
                    <a:bodyPr/>
                    <a:lstStyle/>
                    <a:p>
                      <a:pPr algn="l"/>
                      <a:endParaRPr lang="en-GB" sz="1400" dirty="0">
                        <a:latin typeface="Trebuchet MS" panose="020B0603020202020204" pitchFamily="34" charset="0"/>
                      </a:endParaRPr>
                    </a:p>
                  </a:txBody>
                  <a:tcPr marL="91416" marR="91416" marT="45714" marB="45714" anchor="ctr">
                    <a:solidFill>
                      <a:schemeClr val="accent1">
                        <a:lumMod val="75000"/>
                      </a:schemeClr>
                    </a:solidFill>
                  </a:tcPr>
                </a:tc>
                <a:tc hMerge="1">
                  <a:txBody>
                    <a:bodyPr/>
                    <a:lstStyle/>
                    <a:p>
                      <a:endParaRPr lang="en-GB" sz="1800" dirty="0"/>
                    </a:p>
                  </a:txBody>
                  <a:tcPr marL="91416" marR="91416" marT="45714" marB="45714"/>
                </a:tc>
                <a:extLst>
                  <a:ext uri="{0D108BD9-81ED-4DB2-BD59-A6C34878D82A}">
                    <a16:rowId xmlns:a16="http://schemas.microsoft.com/office/drawing/2014/main" val="1394883968"/>
                  </a:ext>
                </a:extLst>
              </a:tr>
              <a:tr h="345440">
                <a:tc>
                  <a:txBody>
                    <a:bodyPr/>
                    <a:lstStyle/>
                    <a:p>
                      <a:pPr algn="l"/>
                      <a:r>
                        <a:rPr lang="en-US" sz="1200" dirty="0">
                          <a:latin typeface="Trebuchet MS" panose="020B0603020202020204" pitchFamily="34" charset="0"/>
                        </a:rPr>
                        <a:t>Process</a:t>
                      </a:r>
                      <a:r>
                        <a:rPr lang="en-US" sz="1200" baseline="0" dirty="0">
                          <a:latin typeface="Trebuchet MS" panose="020B0603020202020204" pitchFamily="34" charset="0"/>
                        </a:rPr>
                        <a:t> Time</a:t>
                      </a:r>
                      <a:endParaRPr lang="en-GB" sz="1200" dirty="0">
                        <a:latin typeface="Trebuchet MS" panose="020B0603020202020204" pitchFamily="34" charset="0"/>
                      </a:endParaRPr>
                    </a:p>
                  </a:txBody>
                  <a:tcPr marL="91416" marR="91416" marT="45714" marB="45714" anchor="ctr">
                    <a:solidFill>
                      <a:srgbClr val="4472C4"/>
                    </a:solidFill>
                  </a:tcPr>
                </a:tc>
                <a:tc>
                  <a:txBody>
                    <a:bodyPr/>
                    <a:lstStyle/>
                    <a:p>
                      <a:pPr algn="l"/>
                      <a:endParaRPr lang="en-GB" sz="1400" dirty="0"/>
                    </a:p>
                  </a:txBody>
                  <a:tcPr marL="91416" marR="91416" marT="45714" marB="45714"/>
                </a:tc>
                <a:extLst>
                  <a:ext uri="{0D108BD9-81ED-4DB2-BD59-A6C34878D82A}">
                    <a16:rowId xmlns:a16="http://schemas.microsoft.com/office/drawing/2014/main" val="10000"/>
                  </a:ext>
                </a:extLst>
              </a:tr>
              <a:tr h="3454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rebuchet MS" panose="020B0603020202020204" pitchFamily="34" charset="0"/>
                        </a:rPr>
                        <a:t>Lead</a:t>
                      </a:r>
                      <a:r>
                        <a:rPr lang="en-US" sz="1200" baseline="0" dirty="0">
                          <a:latin typeface="Trebuchet MS" panose="020B0603020202020204" pitchFamily="34" charset="0"/>
                        </a:rPr>
                        <a:t> Time</a:t>
                      </a:r>
                      <a:endParaRPr lang="en-GB" sz="1200" dirty="0">
                        <a:latin typeface="Trebuchet MS" panose="020B0603020202020204" pitchFamily="34" charset="0"/>
                        <a:cs typeface="Calibri" panose="020F0502020204030204" pitchFamily="34" charset="0"/>
                      </a:endParaRPr>
                    </a:p>
                  </a:txBody>
                  <a:tcPr marL="91416" marR="91416" marT="45714" marB="45714" anchor="ctr">
                    <a:solidFill>
                      <a:srgbClr val="4472C4"/>
                    </a:solidFill>
                  </a:tcPr>
                </a:tc>
                <a:tc>
                  <a:txBody>
                    <a:bodyPr/>
                    <a:lstStyle/>
                    <a:p>
                      <a:pPr algn="l"/>
                      <a:endParaRPr lang="en-GB" sz="1400" dirty="0"/>
                    </a:p>
                  </a:txBody>
                  <a:tcPr marL="91416" marR="91416" marT="45714" marB="45714"/>
                </a:tc>
                <a:extLst>
                  <a:ext uri="{0D108BD9-81ED-4DB2-BD59-A6C34878D82A}">
                    <a16:rowId xmlns:a16="http://schemas.microsoft.com/office/drawing/2014/main" val="1147309905"/>
                  </a:ext>
                </a:extLst>
              </a:tr>
            </a:tbl>
          </a:graphicData>
        </a:graphic>
      </p:graphicFrame>
    </p:spTree>
    <p:extLst>
      <p:ext uri="{BB962C8B-B14F-4D97-AF65-F5344CB8AC3E}">
        <p14:creationId xmlns:p14="http://schemas.microsoft.com/office/powerpoint/2010/main" val="29323478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082CBA7-F174-4625-BCA6-27DE9C5F533B}"/>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a:xfrm>
            <a:off x="1142996" y="6223828"/>
            <a:ext cx="2329074" cy="365125"/>
          </a:xfrm>
          <a:prstGeom prst="rect">
            <a:avLst/>
          </a:prstGeom>
        </p:spPr>
        <p:txBody>
          <a:bodyPr/>
          <a:lstStyle>
            <a:lvl1pPr>
              <a:defRPr>
                <a:solidFill>
                  <a:srgbClr val="FFFFFF"/>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9C13DD4-2CF6-467B-8595-9E0F04B43283}" type="datetimeFigureOut">
              <a:rPr kumimoji="0" lang="en-US" sz="1200" b="0" i="0" u="none" strike="noStrike" kern="1200" cap="none" spc="0" normalizeH="0" baseline="0" noProof="0" smtClean="0">
                <a:ln>
                  <a:noFill/>
                </a:ln>
                <a:solidFill>
                  <a:srgbClr val="FFFFFF"/>
                </a:solidFill>
                <a:effectLst/>
                <a:uLnTx/>
                <a:uFillTx/>
                <a:latin typeface="Corbel" panose="020B0503020204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1/26/2026</a:t>
            </a:fld>
            <a:endParaRPr kumimoji="0" lang="en-US" sz="12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5" name="Footer Placeholder 4"/>
          <p:cNvSpPr>
            <a:spLocks noGrp="1"/>
          </p:cNvSpPr>
          <p:nvPr>
            <p:ph type="ftr" sz="quarter" idx="11"/>
          </p:nvPr>
        </p:nvSpPr>
        <p:spPr>
          <a:xfrm>
            <a:off x="3949148" y="6223828"/>
            <a:ext cx="4717774" cy="365125"/>
          </a:xfrm>
          <a:prstGeom prst="rect">
            <a:avLst/>
          </a:prstGeom>
        </p:spPr>
        <p:txBody>
          <a:bodyPr/>
          <a:lstStyle>
            <a:lvl1pPr>
              <a:defRPr>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orbel" panose="020B0503020204020204"/>
              <a:ea typeface="+mn-ea"/>
              <a:cs typeface="+mn-cs"/>
            </a:endParaRPr>
          </a:p>
        </p:txBody>
      </p:sp>
      <p:sp>
        <p:nvSpPr>
          <p:cNvPr id="6" name="Slide Number Placeholder 5"/>
          <p:cNvSpPr>
            <a:spLocks noGrp="1"/>
          </p:cNvSpPr>
          <p:nvPr>
            <p:ph type="sldNum" sz="quarter" idx="12"/>
          </p:nvPr>
        </p:nvSpPr>
        <p:spPr/>
        <p:txBody>
          <a:bodyPr/>
          <a:lstStyle>
            <a:lvl1pPr>
              <a:defRPr>
                <a:solidFill>
                  <a:srgbClr val="FFFFFF"/>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F7C2E56-089A-4EEA-893F-076C96238506}" type="slidenum">
              <a:rPr kumimoji="0" lang="en-US" sz="1200" b="0" i="0" u="none" strike="noStrike" kern="1200" cap="none" spc="0" normalizeH="0" baseline="0" noProof="0" smtClean="0">
                <a:ln>
                  <a:noFill/>
                </a:ln>
                <a:solidFill>
                  <a:srgbClr val="FFFFFF"/>
                </a:solidFill>
                <a:effectLst/>
                <a:uLnTx/>
                <a:uFillTx/>
                <a:latin typeface="Corbel" panose="020B0503020204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
        <p:nvSpPr>
          <p:cNvPr id="12" name="Rectangle 11">
            <a:extLst>
              <a:ext uri="{FF2B5EF4-FFF2-40B4-BE49-F238E27FC236}">
                <a16:creationId xmlns:a16="http://schemas.microsoft.com/office/drawing/2014/main" id="{07870DCD-3964-4E37-91B7-E4B56C8223BE}"/>
              </a:ext>
            </a:extLst>
          </p:cNvPr>
          <p:cNvSpPr/>
          <p:nvPr userDrawn="1"/>
        </p:nvSpPr>
        <p:spPr>
          <a:xfrm>
            <a:off x="69273" y="90055"/>
            <a:ext cx="12053454" cy="669867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4347D"/>
              </a:solidFill>
            </a:endParaRPr>
          </a:p>
        </p:txBody>
      </p:sp>
    </p:spTree>
    <p:extLst>
      <p:ext uri="{BB962C8B-B14F-4D97-AF65-F5344CB8AC3E}">
        <p14:creationId xmlns:p14="http://schemas.microsoft.com/office/powerpoint/2010/main" val="7245672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and Content">
    <p:bg>
      <p:bgPr>
        <a:blipFill dpi="0" rotWithShape="1">
          <a:blip r:embed="rId2">
            <a:alphaModFix amt="15000"/>
            <a:lum/>
          </a:blip>
          <a:srcRect/>
          <a:stretch>
            <a:fillRect t="-4000" b="-4000"/>
          </a:stretch>
        </a:blipFill>
        <a:effectLst/>
      </p:bgPr>
    </p:bg>
    <p:spTree>
      <p:nvGrpSpPr>
        <p:cNvPr id="1" name=""/>
        <p:cNvGrpSpPr/>
        <p:nvPr/>
      </p:nvGrpSpPr>
      <p:grpSpPr>
        <a:xfrm>
          <a:off x="0" y="0"/>
          <a:ext cx="0" cy="0"/>
          <a:chOff x="0" y="0"/>
          <a:chExt cx="0" cy="0"/>
        </a:xfrm>
      </p:grpSpPr>
      <p:pic>
        <p:nvPicPr>
          <p:cNvPr id="15" name="Picture 14" descr="HD-ShadowLong.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sp>
        <p:nvSpPr>
          <p:cNvPr id="17" name="Rectangle 16"/>
          <p:cNvSpPr/>
          <p:nvPr userDrawn="1"/>
        </p:nvSpPr>
        <p:spPr bwMode="ltGray">
          <a:xfrm>
            <a:off x="0" y="609600"/>
            <a:ext cx="10437812" cy="1368198"/>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defTabSz="457200"/>
            <a:endParaRPr lang="en-GB" sz="1800" dirty="0">
              <a:solidFill>
                <a:prstClr val="white"/>
              </a:solidFill>
            </a:endParaRPr>
          </a:p>
        </p:txBody>
      </p:sp>
      <p:sp>
        <p:nvSpPr>
          <p:cNvPr id="18" name="Rectangle 17"/>
          <p:cNvSpPr/>
          <p:nvPr userDrawn="1"/>
        </p:nvSpPr>
        <p:spPr>
          <a:xfrm>
            <a:off x="10585828" y="609600"/>
            <a:ext cx="1602997" cy="13681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defTabSz="457200"/>
            <a:endParaRPr lang="en-GB" sz="1800" dirty="0">
              <a:solidFill>
                <a:prstClr val="white"/>
              </a:solidFill>
            </a:endParaRPr>
          </a:p>
        </p:txBody>
      </p:sp>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680322" y="2336873"/>
            <a:ext cx="9613861" cy="359931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GB"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GB" dirty="0">
              <a:solidFill>
                <a:prstClr val="black">
                  <a:tint val="75000"/>
                </a:prstClr>
              </a:solidFill>
            </a:endParaRPr>
          </a:p>
        </p:txBody>
      </p:sp>
      <p:sp>
        <p:nvSpPr>
          <p:cNvPr id="6" name="Rectangle 5">
            <a:extLst>
              <a:ext uri="{FF2B5EF4-FFF2-40B4-BE49-F238E27FC236}">
                <a16:creationId xmlns:a16="http://schemas.microsoft.com/office/drawing/2014/main" id="{798117CA-39D6-4DF5-A777-B6690300B4DC}"/>
              </a:ext>
            </a:extLst>
          </p:cNvPr>
          <p:cNvSpPr/>
          <p:nvPr userDrawn="1"/>
        </p:nvSpPr>
        <p:spPr>
          <a:xfrm>
            <a:off x="10555696" y="609600"/>
            <a:ext cx="1633129" cy="1360640"/>
          </a:xfrm>
          <a:prstGeom prst="rect">
            <a:avLst/>
          </a:prstGeom>
          <a:solidFill>
            <a:schemeClr val="bg1"/>
          </a:solidFill>
          <a:ln>
            <a:noFill/>
          </a:ln>
          <a:effectLst>
            <a:outerShdw blurRad="101600" dist="38100" dir="8100000" algn="tr" rotWithShape="0">
              <a:prstClr val="black">
                <a:alpha val="6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GB" sz="1800" dirty="0">
              <a:solidFill>
                <a:prstClr val="white"/>
              </a:solidFill>
            </a:endParaRPr>
          </a:p>
        </p:txBody>
      </p:sp>
      <p:sp>
        <p:nvSpPr>
          <p:cNvPr id="7" name="TextBox 6">
            <a:extLst>
              <a:ext uri="{FF2B5EF4-FFF2-40B4-BE49-F238E27FC236}">
                <a16:creationId xmlns:a16="http://schemas.microsoft.com/office/drawing/2014/main" id="{00FB0305-9659-484C-A695-9A5274F779D2}"/>
              </a:ext>
            </a:extLst>
          </p:cNvPr>
          <p:cNvSpPr txBox="1"/>
          <p:nvPr userDrawn="1"/>
        </p:nvSpPr>
        <p:spPr>
          <a:xfrm>
            <a:off x="11513197" y="6479959"/>
            <a:ext cx="678804" cy="369332"/>
          </a:xfrm>
          <a:prstGeom prst="rect">
            <a:avLst/>
          </a:prstGeom>
          <a:noFill/>
        </p:spPr>
        <p:txBody>
          <a:bodyPr wrap="square" rtlCol="0">
            <a:spAutoFit/>
          </a:bodyPr>
          <a:lstStyle/>
          <a:p>
            <a:fld id="{03EB6931-75CA-4DBB-A5A9-36EC7D2BD89D}" type="slidenum">
              <a:rPr lang="en-GB" sz="1800" smtClean="0"/>
              <a:t>‹#›</a:t>
            </a:fld>
            <a:endParaRPr lang="en-GB" sz="1800" dirty="0"/>
          </a:p>
        </p:txBody>
      </p:sp>
      <p:pic>
        <p:nvPicPr>
          <p:cNvPr id="8" name="Picture 7" descr="Pos Logistics Berhad Company Overview &amp; Details - Maukerja">
            <a:extLst>
              <a:ext uri="{FF2B5EF4-FFF2-40B4-BE49-F238E27FC236}">
                <a16:creationId xmlns:a16="http://schemas.microsoft.com/office/drawing/2014/main" id="{C0D23231-3279-85E8-5C07-48E28AB51C2B}"/>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0499776" y="1116073"/>
            <a:ext cx="1708048" cy="347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33431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702274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0" i="0">
                <a:solidFill>
                  <a:srgbClr val="252525"/>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9555175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0" i="0">
                <a:solidFill>
                  <a:srgbClr val="252525"/>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638221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0" i="0">
                <a:solidFill>
                  <a:srgbClr val="252525"/>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314100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27928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theme" Target="../theme/theme3.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theme" Target="../theme/theme4.xml"/><Relationship Id="rId5" Type="http://schemas.openxmlformats.org/officeDocument/2006/relationships/slideLayout" Target="../slideLayouts/slideLayout35.xml"/><Relationship Id="rId4"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CCC167-D828-45F3-93B8-E868657B30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7902911-1C18-4319-B9F6-AD015CA357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DF5F646E-41A7-45E1-B14C-6CE06047AE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316263-66E7-4794-BD22-92E88D4BE400}" type="datetimeFigureOut">
              <a:rPr lang="en-GB" smtClean="0"/>
              <a:t>26/01/2026</a:t>
            </a:fld>
            <a:endParaRPr lang="en-GB"/>
          </a:p>
        </p:txBody>
      </p:sp>
      <p:sp>
        <p:nvSpPr>
          <p:cNvPr id="5" name="Footer Placeholder 4">
            <a:extLst>
              <a:ext uri="{FF2B5EF4-FFF2-40B4-BE49-F238E27FC236}">
                <a16:creationId xmlns:a16="http://schemas.microsoft.com/office/drawing/2014/main" id="{5FA6A4F3-9F18-4F82-ACA7-FC9452350A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4B33A24-7881-4C36-B9D6-FAEE86BAAE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002C40-A216-4022-A4A1-DAD95010D4DB}" type="slidenum">
              <a:rPr lang="en-GB" smtClean="0"/>
              <a:t>‹#›</a:t>
            </a:fld>
            <a:endParaRPr lang="en-GB"/>
          </a:p>
        </p:txBody>
      </p:sp>
    </p:spTree>
    <p:extLst>
      <p:ext uri="{BB962C8B-B14F-4D97-AF65-F5344CB8AC3E}">
        <p14:creationId xmlns:p14="http://schemas.microsoft.com/office/powerpoint/2010/main" val="3240448630"/>
      </p:ext>
    </p:extLst>
  </p:cSld>
  <p:clrMap bg1="lt1" tx1="dk1" bg2="lt2" tx2="dk2" accent1="accent1" accent2="accent2" accent3="accent3" accent4="accent4" accent5="accent5" accent6="accent6" hlink="hlink" folHlink="folHlink"/>
  <p:sldLayoutIdLst>
    <p:sldLayoutId id="2147483738" r:id="rId1"/>
    <p:sldLayoutId id="2147483758" r:id="rId2"/>
    <p:sldLayoutId id="2147483749" r:id="rId3"/>
    <p:sldLayoutId id="2147483750" r:id="rId4"/>
    <p:sldLayoutId id="2147483751" r:id="rId5"/>
    <p:sldLayoutId id="2147483752" r:id="rId6"/>
    <p:sldLayoutId id="2147483755" r:id="rId7"/>
    <p:sldLayoutId id="2147483756" r:id="rId8"/>
    <p:sldLayoutId id="2147483757" r:id="rId9"/>
    <p:sldLayoutId id="2147483754" r:id="rId10"/>
    <p:sldLayoutId id="21474837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BB2244-A669-4C92-84AA-4FA8C619BD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CBD812E1-317D-4141-9D16-CDD172F72E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AF007ABE-BE7B-4081-A612-AB6F70066A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316263-66E7-4794-BD22-92E88D4BE400}" type="datetimeFigureOut">
              <a:rPr lang="en-GB" smtClean="0"/>
              <a:t>26/01/2026</a:t>
            </a:fld>
            <a:endParaRPr lang="en-GB"/>
          </a:p>
        </p:txBody>
      </p:sp>
      <p:sp>
        <p:nvSpPr>
          <p:cNvPr id="5" name="Footer Placeholder 4">
            <a:extLst>
              <a:ext uri="{FF2B5EF4-FFF2-40B4-BE49-F238E27FC236}">
                <a16:creationId xmlns:a16="http://schemas.microsoft.com/office/drawing/2014/main" id="{869C319C-7F07-4548-9F78-1687FDA5F8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ED9CC5C6-4907-463B-8977-589E08AC60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002C40-A216-4022-A4A1-DAD95010D4DB}" type="slidenum">
              <a:rPr lang="en-GB" smtClean="0"/>
              <a:t>‹#›</a:t>
            </a:fld>
            <a:endParaRPr lang="en-GB"/>
          </a:p>
        </p:txBody>
      </p:sp>
    </p:spTree>
    <p:extLst>
      <p:ext uri="{BB962C8B-B14F-4D97-AF65-F5344CB8AC3E}">
        <p14:creationId xmlns:p14="http://schemas.microsoft.com/office/powerpoint/2010/main" val="1245994868"/>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7" r:id="rId12"/>
    <p:sldLayoutId id="2147483778" r:id="rId13"/>
    <p:sldLayoutId id="214748377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CCC167-D828-45F3-93B8-E868657B30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7902911-1C18-4319-B9F6-AD015CA357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DF5F646E-41A7-45E1-B14C-6CE06047AE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316263-66E7-4794-BD22-92E88D4BE400}" type="datetimeFigureOut">
              <a:rPr lang="en-GB" smtClean="0"/>
              <a:t>26/01/2026</a:t>
            </a:fld>
            <a:endParaRPr lang="en-GB"/>
          </a:p>
        </p:txBody>
      </p:sp>
      <p:sp>
        <p:nvSpPr>
          <p:cNvPr id="5" name="Footer Placeholder 4">
            <a:extLst>
              <a:ext uri="{FF2B5EF4-FFF2-40B4-BE49-F238E27FC236}">
                <a16:creationId xmlns:a16="http://schemas.microsoft.com/office/drawing/2014/main" id="{5FA6A4F3-9F18-4F82-ACA7-FC9452350A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4B33A24-7881-4C36-B9D6-FAEE86BAAE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002C40-A216-4022-A4A1-DAD95010D4DB}" type="slidenum">
              <a:rPr lang="en-GB" smtClean="0"/>
              <a:t>‹#›</a:t>
            </a:fld>
            <a:endParaRPr lang="en-GB"/>
          </a:p>
        </p:txBody>
      </p:sp>
    </p:spTree>
    <p:extLst>
      <p:ext uri="{BB962C8B-B14F-4D97-AF65-F5344CB8AC3E}">
        <p14:creationId xmlns:p14="http://schemas.microsoft.com/office/powerpoint/2010/main" val="2700994948"/>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224023" y="681101"/>
            <a:ext cx="7743952" cy="1190625"/>
          </a:xfrm>
          <a:prstGeom prst="rect">
            <a:avLst/>
          </a:prstGeom>
        </p:spPr>
        <p:txBody>
          <a:bodyPr wrap="square" lIns="0" tIns="0" rIns="0" bIns="0">
            <a:spAutoFit/>
          </a:bodyPr>
          <a:lstStyle>
            <a:lvl1pPr>
              <a:defRPr sz="2750" b="0" i="0">
                <a:solidFill>
                  <a:srgbClr val="252525"/>
                </a:solidFill>
                <a:latin typeface="Trebuchet MS"/>
                <a:cs typeface="Trebuchet MS"/>
              </a:defRPr>
            </a:lvl1pPr>
          </a:lstStyle>
          <a:p>
            <a:endParaRPr/>
          </a:p>
        </p:txBody>
      </p:sp>
      <p:sp>
        <p:nvSpPr>
          <p:cNvPr id="3" name="Holder 3"/>
          <p:cNvSpPr>
            <a:spLocks noGrp="1"/>
          </p:cNvSpPr>
          <p:nvPr>
            <p:ph type="body" idx="1"/>
          </p:nvPr>
        </p:nvSpPr>
        <p:spPr>
          <a:xfrm>
            <a:off x="2311654" y="2244153"/>
            <a:ext cx="7568691" cy="178053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525218672"/>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4FD1ABB-648E-C879-55C4-81C718C3D6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3829" y="0"/>
            <a:ext cx="9359520" cy="6858000"/>
          </a:xfrm>
          <a:prstGeom prst="rect">
            <a:avLst/>
          </a:prstGeom>
        </p:spPr>
      </p:pic>
      <p:sp>
        <p:nvSpPr>
          <p:cNvPr id="2" name="object 2"/>
          <p:cNvSpPr/>
          <p:nvPr/>
        </p:nvSpPr>
        <p:spPr>
          <a:xfrm>
            <a:off x="1" y="0"/>
            <a:ext cx="7249886" cy="6858000"/>
          </a:xfrm>
          <a:custGeom>
            <a:avLst/>
            <a:gdLst/>
            <a:ahLst/>
            <a:cxnLst/>
            <a:rect l="l" t="t" r="r" b="b"/>
            <a:pathLst>
              <a:path w="7534275" h="6858000">
                <a:moveTo>
                  <a:pt x="7534275" y="0"/>
                </a:moveTo>
                <a:lnTo>
                  <a:pt x="0" y="0"/>
                </a:lnTo>
                <a:lnTo>
                  <a:pt x="0" y="6858000"/>
                </a:lnTo>
                <a:lnTo>
                  <a:pt x="7534275" y="6858000"/>
                </a:lnTo>
                <a:lnTo>
                  <a:pt x="7534275" y="0"/>
                </a:lnTo>
                <a:close/>
              </a:path>
            </a:pathLst>
          </a:custGeom>
          <a:solidFill>
            <a:schemeClr val="accent1">
              <a:lumMod val="7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b="0" i="0">
                <a:solidFill>
                  <a:srgbClr val="000000"/>
                </a:solidFill>
                <a:effectLst/>
                <a:latin typeface="Times New Roman" panose="02020603050405020304" pitchFamily="18" charset="0"/>
              </a:rPr>
              <a:t> </a:t>
            </a: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a:spLocks noGrp="1"/>
          </p:cNvSpPr>
          <p:nvPr>
            <p:ph type="title"/>
          </p:nvPr>
        </p:nvSpPr>
        <p:spPr>
          <a:xfrm>
            <a:off x="380397" y="1470766"/>
            <a:ext cx="6011072" cy="1293559"/>
          </a:xfrm>
          <a:prstGeom prst="rect">
            <a:avLst/>
          </a:prstGeom>
          <a:solidFill>
            <a:schemeClr val="accent1">
              <a:lumMod val="75000"/>
            </a:schemeClr>
          </a:solidFill>
          <a:ln w="38100">
            <a:solidFill>
              <a:srgbClr val="FFFFFF"/>
            </a:solidFill>
          </a:ln>
        </p:spPr>
        <p:txBody>
          <a:bodyPr vert="horz" wrap="square" lIns="0" tIns="403225" rIns="0" bIns="0" rtlCol="0">
            <a:sp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n-ea"/>
                <a:cs typeface="+mn-cs"/>
              </a:rPr>
              <a:t>POS LOGISTICS BERHAD</a:t>
            </a:r>
            <a:br>
              <a:rPr lang="en-US" sz="3200" b="1" kern="1200" dirty="0">
                <a:solidFill>
                  <a:prstClr val="black"/>
                </a:solidFill>
                <a:latin typeface="Trebuchet MS" panose="020B0603020202020204" pitchFamily="34" charset="0"/>
                <a:ea typeface="+mn-ea"/>
                <a:cs typeface="+mn-cs"/>
              </a:rPr>
            </a:br>
            <a:endParaRPr kumimoji="0" lang="en-US" sz="32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endParaRPr>
          </a:p>
        </p:txBody>
      </p:sp>
      <p:sp>
        <p:nvSpPr>
          <p:cNvPr id="4" name="object 4"/>
          <p:cNvSpPr txBox="1"/>
          <p:nvPr/>
        </p:nvSpPr>
        <p:spPr>
          <a:xfrm>
            <a:off x="550278" y="3696589"/>
            <a:ext cx="5841191" cy="1226298"/>
          </a:xfrm>
          <a:prstGeom prst="rect">
            <a:avLst/>
          </a:prstGeom>
        </p:spPr>
        <p:txBody>
          <a:bodyPr vert="horz" wrap="square" lIns="0" tIns="15875" rIns="0" bIns="0" rtlCol="0">
            <a:spAutoFit/>
          </a:bodyPr>
          <a:lstStyle/>
          <a:p>
            <a:pPr marL="38100" marR="30480" lvl="0" indent="0" defTabSz="914400" rtl="0" eaLnBrk="1" fontAlgn="auto" latinLnBrk="0" hangingPunct="1">
              <a:lnSpc>
                <a:spcPct val="133000"/>
              </a:lnSpc>
              <a:spcBef>
                <a:spcPts val="125"/>
              </a:spcBef>
              <a:spcAft>
                <a:spcPts val="0"/>
              </a:spcAft>
              <a:buClrTx/>
              <a:buSzTx/>
              <a:buFontTx/>
              <a:buNone/>
              <a:tabLst/>
              <a:defRPr/>
            </a:pPr>
            <a:r>
              <a:rPr lang="en-MY" sz="2000" spc="195" dirty="0">
                <a:solidFill>
                  <a:srgbClr val="FFFFFF"/>
                </a:solidFill>
                <a:latin typeface="Trebuchet MS"/>
                <a:cs typeface="Trebuchet MS"/>
              </a:rPr>
              <a:t>Value Chain : General Logistic Solutions</a:t>
            </a:r>
          </a:p>
          <a:p>
            <a:pPr marL="38100" marR="30480" lvl="0" indent="0" defTabSz="914400" rtl="0" eaLnBrk="1" fontAlgn="auto" latinLnBrk="0" hangingPunct="1">
              <a:lnSpc>
                <a:spcPct val="133000"/>
              </a:lnSpc>
              <a:spcBef>
                <a:spcPts val="125"/>
              </a:spcBef>
              <a:spcAft>
                <a:spcPts val="0"/>
              </a:spcAft>
              <a:buClrTx/>
              <a:buSzTx/>
              <a:buFontTx/>
              <a:buNone/>
              <a:tabLst/>
              <a:defRPr/>
            </a:pPr>
            <a:r>
              <a:rPr kumimoji="0" lang="en-MY" sz="2000" b="0" i="0" u="none" strike="noStrike" kern="1200" cap="none" spc="195" normalizeH="0" baseline="0" noProof="0" dirty="0">
                <a:ln>
                  <a:noFill/>
                </a:ln>
                <a:solidFill>
                  <a:srgbClr val="FFFFFF"/>
                </a:solidFill>
                <a:effectLst/>
                <a:uLnTx/>
                <a:uFillTx/>
                <a:latin typeface="Trebuchet MS"/>
                <a:ea typeface="+mn-ea"/>
                <a:cs typeface="Trebuchet MS"/>
              </a:rPr>
              <a:t>Department : </a:t>
            </a:r>
          </a:p>
          <a:p>
            <a:pPr marL="38100" marR="30480" lvl="0" indent="0" defTabSz="914400" rtl="0" eaLnBrk="1" fontAlgn="auto" latinLnBrk="0" hangingPunct="1">
              <a:lnSpc>
                <a:spcPct val="133000"/>
              </a:lnSpc>
              <a:spcBef>
                <a:spcPts val="125"/>
              </a:spcBef>
              <a:spcAft>
                <a:spcPts val="0"/>
              </a:spcAft>
              <a:buClrTx/>
              <a:buSzTx/>
              <a:buFontTx/>
              <a:buNone/>
              <a:tabLst/>
              <a:defRPr/>
            </a:pPr>
            <a:r>
              <a:rPr lang="en-MY" sz="2000" spc="195" dirty="0">
                <a:solidFill>
                  <a:srgbClr val="FFFFFF"/>
                </a:solidFill>
                <a:latin typeface="Trebuchet MS"/>
                <a:cs typeface="Trebuchet MS"/>
              </a:rPr>
              <a:t>Date :</a:t>
            </a:r>
            <a:endParaRPr kumimoji="0" sz="2000" b="0" i="0" u="none" strike="noStrike" kern="1200" cap="none" spc="0" normalizeH="0" baseline="0" noProof="0" dirty="0">
              <a:ln>
                <a:noFill/>
              </a:ln>
              <a:solidFill>
                <a:prstClr val="black"/>
              </a:solidFill>
              <a:effectLst/>
              <a:uLnTx/>
              <a:uFillTx/>
              <a:latin typeface="Trebuchet MS"/>
              <a:ea typeface="+mn-ea"/>
              <a:cs typeface="Trebuchet MS"/>
            </a:endParaRPr>
          </a:p>
        </p:txBody>
      </p:sp>
      <p:sp>
        <p:nvSpPr>
          <p:cNvPr id="14" name="Rectangle 13">
            <a:extLst>
              <a:ext uri="{FF2B5EF4-FFF2-40B4-BE49-F238E27FC236}">
                <a16:creationId xmlns:a16="http://schemas.microsoft.com/office/drawing/2014/main" id="{3B338ED0-C088-9BA6-984F-8BFB607094D6}"/>
              </a:ext>
            </a:extLst>
          </p:cNvPr>
          <p:cNvSpPr/>
          <p:nvPr/>
        </p:nvSpPr>
        <p:spPr>
          <a:xfrm>
            <a:off x="191925" y="6200282"/>
            <a:ext cx="7150419" cy="50783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mn-cs"/>
              </a:rPr>
              <a:t>© 2026 Pos Logistics Berhad. All Rights Reserved. No part of this content may be reproduced in part or in whole, stored in a retrieval system or transmitted in any form or by any means (electronic, mechanical, photocopying, recording or otherwise) without the written permission of the copyright owner.</a:t>
            </a:r>
            <a:endParaRPr kumimoji="0" lang="en-GB" sz="900" b="0" i="0" u="none" strike="noStrike" kern="1200" cap="none" spc="0" normalizeH="0" baseline="0" noProof="0" dirty="0">
              <a:ln>
                <a:noFill/>
              </a:ln>
              <a:solidFill>
                <a:schemeClr val="bg1"/>
              </a:solidFill>
              <a:effectLst/>
              <a:uLnTx/>
              <a:uFillTx/>
              <a:latin typeface="Gill Sans MT" panose="020B0502020104020203"/>
              <a:ea typeface="+mn-ea"/>
              <a:cs typeface="+mn-cs"/>
            </a:endParaRPr>
          </a:p>
        </p:txBody>
      </p:sp>
      <p:pic>
        <p:nvPicPr>
          <p:cNvPr id="5" name="Picture 2" descr="Pos Logistics Berhad Company Overview &amp; Details - Maukerja">
            <a:extLst>
              <a:ext uri="{FF2B5EF4-FFF2-40B4-BE49-F238E27FC236}">
                <a16:creationId xmlns:a16="http://schemas.microsoft.com/office/drawing/2014/main" id="{C1ED1607-03A9-393C-4E21-37633F01EB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69540" y="261243"/>
            <a:ext cx="1708048" cy="347694"/>
          </a:xfrm>
          <a:prstGeom prst="rect">
            <a:avLst/>
          </a:prstGeom>
          <a:noFill/>
          <a:extLst>
            <a:ext uri="{909E8E84-426E-40DD-AFC4-6F175D3DCCD1}">
              <a14:hiddenFill xmlns:a14="http://schemas.microsoft.com/office/drawing/2010/main">
                <a:solidFill>
                  <a:srgbClr val="FFFFFF"/>
                </a:solidFill>
              </a14:hiddenFill>
            </a:ext>
          </a:extLst>
        </p:spPr>
      </p:pic>
      <p:sp>
        <p:nvSpPr>
          <p:cNvPr id="6" name="object 4">
            <a:extLst>
              <a:ext uri="{FF2B5EF4-FFF2-40B4-BE49-F238E27FC236}">
                <a16:creationId xmlns:a16="http://schemas.microsoft.com/office/drawing/2014/main" id="{AFE3A428-EAF0-34FF-05B2-FE62AB3B3915}"/>
              </a:ext>
            </a:extLst>
          </p:cNvPr>
          <p:cNvSpPr txBox="1"/>
          <p:nvPr/>
        </p:nvSpPr>
        <p:spPr>
          <a:xfrm>
            <a:off x="1189421" y="2974476"/>
            <a:ext cx="4469590" cy="455125"/>
          </a:xfrm>
          <a:prstGeom prst="rect">
            <a:avLst/>
          </a:prstGeom>
        </p:spPr>
        <p:txBody>
          <a:bodyPr vert="horz" wrap="square" lIns="0" tIns="15875" rIns="0" bIns="0" rtlCol="0">
            <a:spAutoFit/>
          </a:bodyPr>
          <a:lstStyle/>
          <a:p>
            <a:pPr marL="38100" marR="30480" lvl="0" indent="0" algn="ctr" defTabSz="914400" rtl="0" eaLnBrk="1" fontAlgn="auto" latinLnBrk="0" hangingPunct="1">
              <a:lnSpc>
                <a:spcPct val="133000"/>
              </a:lnSpc>
              <a:spcBef>
                <a:spcPts val="125"/>
              </a:spcBef>
              <a:spcAft>
                <a:spcPts val="0"/>
              </a:spcAft>
              <a:buClrTx/>
              <a:buSzTx/>
              <a:buFontTx/>
              <a:buNone/>
              <a:tabLst/>
              <a:defRPr/>
            </a:pPr>
            <a:r>
              <a:rPr lang="en-MY" sz="2400" u="sng" spc="195" dirty="0">
                <a:solidFill>
                  <a:srgbClr val="FFFFFF"/>
                </a:solidFill>
                <a:latin typeface="Trebuchet MS"/>
                <a:cs typeface="Trebuchet MS"/>
              </a:rPr>
              <a:t>Business Process Mapping</a:t>
            </a:r>
            <a:endParaRPr kumimoji="0" sz="2400" b="0" i="0" u="sng" strike="noStrike" kern="1200" cap="none" spc="0" normalizeH="0" baseline="0" noProof="0" dirty="0">
              <a:ln>
                <a:noFill/>
              </a:ln>
              <a:solidFill>
                <a:prstClr val="black"/>
              </a:solidFill>
              <a:effectLst/>
              <a:uLnTx/>
              <a:uFillTx/>
              <a:latin typeface="Trebuchet MS"/>
              <a:ea typeface="+mn-ea"/>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57ADAA-ECED-3156-DE8D-10FD9C27FFD2}"/>
              </a:ext>
            </a:extLst>
          </p:cNvPr>
          <p:cNvSpPr>
            <a:spLocks noGrp="1"/>
          </p:cNvSpPr>
          <p:nvPr>
            <p:ph type="body" sz="quarter" idx="10"/>
          </p:nvPr>
        </p:nvSpPr>
        <p:spPr/>
        <p:txBody>
          <a:bodyPr/>
          <a:lstStyle/>
          <a:p>
            <a:endParaRPr lang="en-MY"/>
          </a:p>
        </p:txBody>
      </p:sp>
      <p:sp>
        <p:nvSpPr>
          <p:cNvPr id="3" name="Text Placeholder 2">
            <a:extLst>
              <a:ext uri="{FF2B5EF4-FFF2-40B4-BE49-F238E27FC236}">
                <a16:creationId xmlns:a16="http://schemas.microsoft.com/office/drawing/2014/main" id="{9F84BDF7-721C-917E-E0DA-FD46B726AD36}"/>
              </a:ext>
            </a:extLst>
          </p:cNvPr>
          <p:cNvSpPr>
            <a:spLocks noGrp="1"/>
          </p:cNvSpPr>
          <p:nvPr>
            <p:ph type="body" sz="quarter" idx="12"/>
          </p:nvPr>
        </p:nvSpPr>
        <p:spPr/>
        <p:txBody>
          <a:bodyPr/>
          <a:lstStyle/>
          <a:p>
            <a:endParaRPr lang="en-MY"/>
          </a:p>
        </p:txBody>
      </p:sp>
      <p:sp>
        <p:nvSpPr>
          <p:cNvPr id="4" name="Text Placeholder 3">
            <a:extLst>
              <a:ext uri="{FF2B5EF4-FFF2-40B4-BE49-F238E27FC236}">
                <a16:creationId xmlns:a16="http://schemas.microsoft.com/office/drawing/2014/main" id="{DB71C9B3-715E-E75A-E6AD-457FDE80D034}"/>
              </a:ext>
            </a:extLst>
          </p:cNvPr>
          <p:cNvSpPr>
            <a:spLocks noGrp="1"/>
          </p:cNvSpPr>
          <p:nvPr>
            <p:ph type="body" sz="quarter" idx="13"/>
          </p:nvPr>
        </p:nvSpPr>
        <p:spPr/>
        <p:txBody>
          <a:bodyPr/>
          <a:lstStyle/>
          <a:p>
            <a:endParaRPr lang="en-MY"/>
          </a:p>
        </p:txBody>
      </p:sp>
      <p:sp>
        <p:nvSpPr>
          <p:cNvPr id="5" name="Text Placeholder 4">
            <a:extLst>
              <a:ext uri="{FF2B5EF4-FFF2-40B4-BE49-F238E27FC236}">
                <a16:creationId xmlns:a16="http://schemas.microsoft.com/office/drawing/2014/main" id="{5D403123-045A-A93B-2087-B94D92DDB98D}"/>
              </a:ext>
            </a:extLst>
          </p:cNvPr>
          <p:cNvSpPr>
            <a:spLocks noGrp="1"/>
          </p:cNvSpPr>
          <p:nvPr>
            <p:ph type="body" sz="quarter" idx="15"/>
          </p:nvPr>
        </p:nvSpPr>
        <p:spPr/>
        <p:txBody>
          <a:bodyPr/>
          <a:lstStyle/>
          <a:p>
            <a:endParaRPr lang="en-MY"/>
          </a:p>
        </p:txBody>
      </p:sp>
      <p:sp>
        <p:nvSpPr>
          <p:cNvPr id="6" name="Text Placeholder 5">
            <a:extLst>
              <a:ext uri="{FF2B5EF4-FFF2-40B4-BE49-F238E27FC236}">
                <a16:creationId xmlns:a16="http://schemas.microsoft.com/office/drawing/2014/main" id="{89DEB0FB-113D-6EC0-5253-3E85E77C0CC4}"/>
              </a:ext>
            </a:extLst>
          </p:cNvPr>
          <p:cNvSpPr>
            <a:spLocks noGrp="1"/>
          </p:cNvSpPr>
          <p:nvPr>
            <p:ph type="body" sz="quarter" idx="16"/>
          </p:nvPr>
        </p:nvSpPr>
        <p:spPr/>
        <p:txBody>
          <a:bodyPr/>
          <a:lstStyle/>
          <a:p>
            <a:endParaRPr lang="en-MY"/>
          </a:p>
        </p:txBody>
      </p:sp>
      <p:sp>
        <p:nvSpPr>
          <p:cNvPr id="7" name="Text Placeholder 6">
            <a:extLst>
              <a:ext uri="{FF2B5EF4-FFF2-40B4-BE49-F238E27FC236}">
                <a16:creationId xmlns:a16="http://schemas.microsoft.com/office/drawing/2014/main" id="{DA935C71-283F-BF99-D44F-8EF1FC9BCC25}"/>
              </a:ext>
            </a:extLst>
          </p:cNvPr>
          <p:cNvSpPr>
            <a:spLocks noGrp="1"/>
          </p:cNvSpPr>
          <p:nvPr>
            <p:ph type="body" sz="quarter" idx="18"/>
          </p:nvPr>
        </p:nvSpPr>
        <p:spPr/>
        <p:txBody>
          <a:bodyPr/>
          <a:lstStyle/>
          <a:p>
            <a:endParaRPr lang="en-MY"/>
          </a:p>
        </p:txBody>
      </p:sp>
      <p:sp>
        <p:nvSpPr>
          <p:cNvPr id="8" name="Text Placeholder 7">
            <a:extLst>
              <a:ext uri="{FF2B5EF4-FFF2-40B4-BE49-F238E27FC236}">
                <a16:creationId xmlns:a16="http://schemas.microsoft.com/office/drawing/2014/main" id="{171EA328-2FF9-B6C8-DD0E-F4D4A25A73F3}"/>
              </a:ext>
            </a:extLst>
          </p:cNvPr>
          <p:cNvSpPr>
            <a:spLocks noGrp="1"/>
          </p:cNvSpPr>
          <p:nvPr>
            <p:ph type="body" sz="quarter" idx="19"/>
          </p:nvPr>
        </p:nvSpPr>
        <p:spPr/>
        <p:txBody>
          <a:bodyPr/>
          <a:lstStyle/>
          <a:p>
            <a:endParaRPr lang="en-MY"/>
          </a:p>
        </p:txBody>
      </p:sp>
      <p:sp>
        <p:nvSpPr>
          <p:cNvPr id="9" name="Text Placeholder 8">
            <a:extLst>
              <a:ext uri="{FF2B5EF4-FFF2-40B4-BE49-F238E27FC236}">
                <a16:creationId xmlns:a16="http://schemas.microsoft.com/office/drawing/2014/main" id="{424B03C5-761D-92B6-4F3D-D558D97D2C17}"/>
              </a:ext>
            </a:extLst>
          </p:cNvPr>
          <p:cNvSpPr>
            <a:spLocks noGrp="1"/>
          </p:cNvSpPr>
          <p:nvPr>
            <p:ph type="body" sz="quarter" idx="20"/>
          </p:nvPr>
        </p:nvSpPr>
        <p:spPr/>
        <p:txBody>
          <a:bodyPr/>
          <a:lstStyle/>
          <a:p>
            <a:endParaRPr lang="en-MY"/>
          </a:p>
        </p:txBody>
      </p:sp>
      <p:sp>
        <p:nvSpPr>
          <p:cNvPr id="10" name="Text Placeholder 9">
            <a:extLst>
              <a:ext uri="{FF2B5EF4-FFF2-40B4-BE49-F238E27FC236}">
                <a16:creationId xmlns:a16="http://schemas.microsoft.com/office/drawing/2014/main" id="{1E4E8DFD-E627-AE34-0B49-990BC4C498C1}"/>
              </a:ext>
            </a:extLst>
          </p:cNvPr>
          <p:cNvSpPr>
            <a:spLocks noGrp="1"/>
          </p:cNvSpPr>
          <p:nvPr>
            <p:ph type="body" sz="quarter" idx="21"/>
          </p:nvPr>
        </p:nvSpPr>
        <p:spPr/>
        <p:txBody>
          <a:bodyPr/>
          <a:lstStyle/>
          <a:p>
            <a:endParaRPr lang="en-MY"/>
          </a:p>
        </p:txBody>
      </p:sp>
    </p:spTree>
    <p:extLst>
      <p:ext uri="{BB962C8B-B14F-4D97-AF65-F5344CB8AC3E}">
        <p14:creationId xmlns:p14="http://schemas.microsoft.com/office/powerpoint/2010/main" val="1036334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EBD69E-5A43-FC3F-1E2B-5D839FAE9B2B}"/>
              </a:ext>
            </a:extLst>
          </p:cNvPr>
          <p:cNvSpPr>
            <a:spLocks noGrp="1"/>
          </p:cNvSpPr>
          <p:nvPr>
            <p:ph type="body" sz="quarter" idx="22"/>
          </p:nvPr>
        </p:nvSpPr>
        <p:spPr/>
        <p:txBody>
          <a:bodyPr/>
          <a:lstStyle/>
          <a:p>
            <a:endParaRPr lang="en-MY"/>
          </a:p>
        </p:txBody>
      </p:sp>
      <p:sp>
        <p:nvSpPr>
          <p:cNvPr id="3" name="Text Placeholder 2">
            <a:extLst>
              <a:ext uri="{FF2B5EF4-FFF2-40B4-BE49-F238E27FC236}">
                <a16:creationId xmlns:a16="http://schemas.microsoft.com/office/drawing/2014/main" id="{8CAD1935-72ED-587C-9A06-80D221751145}"/>
              </a:ext>
            </a:extLst>
          </p:cNvPr>
          <p:cNvSpPr>
            <a:spLocks noGrp="1"/>
          </p:cNvSpPr>
          <p:nvPr>
            <p:ph type="body" sz="quarter" idx="23"/>
          </p:nvPr>
        </p:nvSpPr>
        <p:spPr/>
        <p:txBody>
          <a:bodyPr/>
          <a:lstStyle/>
          <a:p>
            <a:endParaRPr lang="en-MY"/>
          </a:p>
        </p:txBody>
      </p:sp>
      <p:sp>
        <p:nvSpPr>
          <p:cNvPr id="4" name="Text Placeholder 3">
            <a:extLst>
              <a:ext uri="{FF2B5EF4-FFF2-40B4-BE49-F238E27FC236}">
                <a16:creationId xmlns:a16="http://schemas.microsoft.com/office/drawing/2014/main" id="{5AAD7647-3385-4A5A-2B36-D22D6F21DDD7}"/>
              </a:ext>
            </a:extLst>
          </p:cNvPr>
          <p:cNvSpPr>
            <a:spLocks noGrp="1"/>
          </p:cNvSpPr>
          <p:nvPr>
            <p:ph type="body" sz="quarter" idx="24"/>
          </p:nvPr>
        </p:nvSpPr>
        <p:spPr/>
        <p:txBody>
          <a:bodyPr/>
          <a:lstStyle/>
          <a:p>
            <a:endParaRPr lang="en-MY"/>
          </a:p>
        </p:txBody>
      </p:sp>
      <p:sp>
        <p:nvSpPr>
          <p:cNvPr id="5" name="Text Placeholder 4">
            <a:extLst>
              <a:ext uri="{FF2B5EF4-FFF2-40B4-BE49-F238E27FC236}">
                <a16:creationId xmlns:a16="http://schemas.microsoft.com/office/drawing/2014/main" id="{BF7A27A5-0A24-37AF-9AAE-037DD6AD135E}"/>
              </a:ext>
            </a:extLst>
          </p:cNvPr>
          <p:cNvSpPr>
            <a:spLocks noGrp="1"/>
          </p:cNvSpPr>
          <p:nvPr>
            <p:ph type="body" sz="quarter" idx="25"/>
          </p:nvPr>
        </p:nvSpPr>
        <p:spPr/>
        <p:txBody>
          <a:bodyPr/>
          <a:lstStyle/>
          <a:p>
            <a:endParaRPr lang="en-MY"/>
          </a:p>
        </p:txBody>
      </p:sp>
    </p:spTree>
    <p:extLst>
      <p:ext uri="{BB962C8B-B14F-4D97-AF65-F5344CB8AC3E}">
        <p14:creationId xmlns:p14="http://schemas.microsoft.com/office/powerpoint/2010/main" val="3792490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BE1AB13-086D-0157-352B-B87FA6A0416A}"/>
              </a:ext>
            </a:extLst>
          </p:cNvPr>
          <p:cNvSpPr>
            <a:spLocks noGrp="1"/>
          </p:cNvSpPr>
          <p:nvPr>
            <p:ph type="body" sz="quarter" idx="22"/>
          </p:nvPr>
        </p:nvSpPr>
        <p:spPr/>
        <p:txBody>
          <a:bodyPr/>
          <a:lstStyle/>
          <a:p>
            <a:endParaRPr lang="en-MY"/>
          </a:p>
        </p:txBody>
      </p:sp>
      <p:sp>
        <p:nvSpPr>
          <p:cNvPr id="3" name="Text Placeholder 2">
            <a:extLst>
              <a:ext uri="{FF2B5EF4-FFF2-40B4-BE49-F238E27FC236}">
                <a16:creationId xmlns:a16="http://schemas.microsoft.com/office/drawing/2014/main" id="{B6038317-B32F-D0DA-ECF2-91CF1B6B7936}"/>
              </a:ext>
            </a:extLst>
          </p:cNvPr>
          <p:cNvSpPr>
            <a:spLocks noGrp="1"/>
          </p:cNvSpPr>
          <p:nvPr>
            <p:ph type="body" sz="quarter" idx="23"/>
          </p:nvPr>
        </p:nvSpPr>
        <p:spPr/>
        <p:txBody>
          <a:bodyPr/>
          <a:lstStyle/>
          <a:p>
            <a:endParaRPr lang="en-MY"/>
          </a:p>
        </p:txBody>
      </p:sp>
      <p:sp>
        <p:nvSpPr>
          <p:cNvPr id="4" name="Text Placeholder 3">
            <a:extLst>
              <a:ext uri="{FF2B5EF4-FFF2-40B4-BE49-F238E27FC236}">
                <a16:creationId xmlns:a16="http://schemas.microsoft.com/office/drawing/2014/main" id="{2F1A35F6-D544-ACDB-3338-CD6B6EC55296}"/>
              </a:ext>
            </a:extLst>
          </p:cNvPr>
          <p:cNvSpPr>
            <a:spLocks noGrp="1"/>
          </p:cNvSpPr>
          <p:nvPr>
            <p:ph type="body" sz="quarter" idx="24"/>
          </p:nvPr>
        </p:nvSpPr>
        <p:spPr/>
        <p:txBody>
          <a:bodyPr/>
          <a:lstStyle/>
          <a:p>
            <a:endParaRPr lang="en-MY"/>
          </a:p>
        </p:txBody>
      </p:sp>
      <p:sp>
        <p:nvSpPr>
          <p:cNvPr id="5" name="Text Placeholder 4">
            <a:extLst>
              <a:ext uri="{FF2B5EF4-FFF2-40B4-BE49-F238E27FC236}">
                <a16:creationId xmlns:a16="http://schemas.microsoft.com/office/drawing/2014/main" id="{EA3E1B50-D80A-25FA-DC93-6F8D85962742}"/>
              </a:ext>
            </a:extLst>
          </p:cNvPr>
          <p:cNvSpPr>
            <a:spLocks noGrp="1"/>
          </p:cNvSpPr>
          <p:nvPr>
            <p:ph type="body" sz="quarter" idx="25"/>
          </p:nvPr>
        </p:nvSpPr>
        <p:spPr/>
        <p:txBody>
          <a:bodyPr/>
          <a:lstStyle/>
          <a:p>
            <a:endParaRPr lang="en-MY"/>
          </a:p>
        </p:txBody>
      </p:sp>
      <p:sp>
        <p:nvSpPr>
          <p:cNvPr id="6" name="Text Placeholder 5">
            <a:extLst>
              <a:ext uri="{FF2B5EF4-FFF2-40B4-BE49-F238E27FC236}">
                <a16:creationId xmlns:a16="http://schemas.microsoft.com/office/drawing/2014/main" id="{5DA1B731-E24B-B486-7246-FD61883D2108}"/>
              </a:ext>
            </a:extLst>
          </p:cNvPr>
          <p:cNvSpPr>
            <a:spLocks noGrp="1"/>
          </p:cNvSpPr>
          <p:nvPr>
            <p:ph type="body" sz="quarter" idx="26"/>
          </p:nvPr>
        </p:nvSpPr>
        <p:spPr/>
        <p:txBody>
          <a:bodyPr/>
          <a:lstStyle/>
          <a:p>
            <a:endParaRPr lang="en-MY"/>
          </a:p>
        </p:txBody>
      </p:sp>
      <p:sp>
        <p:nvSpPr>
          <p:cNvPr id="7" name="Text Placeholder 6">
            <a:extLst>
              <a:ext uri="{FF2B5EF4-FFF2-40B4-BE49-F238E27FC236}">
                <a16:creationId xmlns:a16="http://schemas.microsoft.com/office/drawing/2014/main" id="{379C92DD-0C33-B7AE-2813-E5E91539DA7F}"/>
              </a:ext>
            </a:extLst>
          </p:cNvPr>
          <p:cNvSpPr>
            <a:spLocks noGrp="1"/>
          </p:cNvSpPr>
          <p:nvPr>
            <p:ph type="body" sz="quarter" idx="27"/>
          </p:nvPr>
        </p:nvSpPr>
        <p:spPr/>
        <p:txBody>
          <a:bodyPr/>
          <a:lstStyle/>
          <a:p>
            <a:endParaRPr lang="en-MY"/>
          </a:p>
        </p:txBody>
      </p:sp>
      <p:sp>
        <p:nvSpPr>
          <p:cNvPr id="8" name="Text Placeholder 7">
            <a:extLst>
              <a:ext uri="{FF2B5EF4-FFF2-40B4-BE49-F238E27FC236}">
                <a16:creationId xmlns:a16="http://schemas.microsoft.com/office/drawing/2014/main" id="{ACB770C6-28AE-56E5-2CE5-51F22906C6C2}"/>
              </a:ext>
            </a:extLst>
          </p:cNvPr>
          <p:cNvSpPr>
            <a:spLocks noGrp="1"/>
          </p:cNvSpPr>
          <p:nvPr>
            <p:ph type="body" sz="quarter" idx="28"/>
          </p:nvPr>
        </p:nvSpPr>
        <p:spPr/>
        <p:txBody>
          <a:bodyPr/>
          <a:lstStyle/>
          <a:p>
            <a:endParaRPr lang="en-MY"/>
          </a:p>
        </p:txBody>
      </p:sp>
      <p:sp>
        <p:nvSpPr>
          <p:cNvPr id="9" name="Text Placeholder 8">
            <a:extLst>
              <a:ext uri="{FF2B5EF4-FFF2-40B4-BE49-F238E27FC236}">
                <a16:creationId xmlns:a16="http://schemas.microsoft.com/office/drawing/2014/main" id="{2285D6AE-72A0-1D16-F591-AB14763BA0D9}"/>
              </a:ext>
            </a:extLst>
          </p:cNvPr>
          <p:cNvSpPr>
            <a:spLocks noGrp="1"/>
          </p:cNvSpPr>
          <p:nvPr>
            <p:ph type="body" sz="quarter" idx="29"/>
          </p:nvPr>
        </p:nvSpPr>
        <p:spPr/>
        <p:txBody>
          <a:bodyPr/>
          <a:lstStyle/>
          <a:p>
            <a:endParaRPr lang="en-MY"/>
          </a:p>
        </p:txBody>
      </p:sp>
      <p:sp>
        <p:nvSpPr>
          <p:cNvPr id="10" name="Text Placeholder 9">
            <a:extLst>
              <a:ext uri="{FF2B5EF4-FFF2-40B4-BE49-F238E27FC236}">
                <a16:creationId xmlns:a16="http://schemas.microsoft.com/office/drawing/2014/main" id="{B13F19D2-B781-DFBC-3A1C-A880FE38D368}"/>
              </a:ext>
            </a:extLst>
          </p:cNvPr>
          <p:cNvSpPr>
            <a:spLocks noGrp="1"/>
          </p:cNvSpPr>
          <p:nvPr>
            <p:ph type="body" sz="quarter" idx="30"/>
          </p:nvPr>
        </p:nvSpPr>
        <p:spPr/>
        <p:txBody>
          <a:bodyPr/>
          <a:lstStyle/>
          <a:p>
            <a:endParaRPr lang="en-MY"/>
          </a:p>
        </p:txBody>
      </p:sp>
      <p:sp>
        <p:nvSpPr>
          <p:cNvPr id="11" name="Text Placeholder 10">
            <a:extLst>
              <a:ext uri="{FF2B5EF4-FFF2-40B4-BE49-F238E27FC236}">
                <a16:creationId xmlns:a16="http://schemas.microsoft.com/office/drawing/2014/main" id="{CF1C6E24-39A4-8D32-8B6B-C20EA6544B71}"/>
              </a:ext>
            </a:extLst>
          </p:cNvPr>
          <p:cNvSpPr>
            <a:spLocks noGrp="1"/>
          </p:cNvSpPr>
          <p:nvPr>
            <p:ph type="body" sz="quarter" idx="31"/>
          </p:nvPr>
        </p:nvSpPr>
        <p:spPr/>
        <p:txBody>
          <a:bodyPr/>
          <a:lstStyle/>
          <a:p>
            <a:endParaRPr lang="en-MY"/>
          </a:p>
        </p:txBody>
      </p:sp>
      <p:sp>
        <p:nvSpPr>
          <p:cNvPr id="12" name="Text Placeholder 11">
            <a:extLst>
              <a:ext uri="{FF2B5EF4-FFF2-40B4-BE49-F238E27FC236}">
                <a16:creationId xmlns:a16="http://schemas.microsoft.com/office/drawing/2014/main" id="{B117649D-DF72-9806-CD34-CB45675457F5}"/>
              </a:ext>
            </a:extLst>
          </p:cNvPr>
          <p:cNvSpPr>
            <a:spLocks noGrp="1"/>
          </p:cNvSpPr>
          <p:nvPr>
            <p:ph type="body" sz="quarter" idx="32"/>
          </p:nvPr>
        </p:nvSpPr>
        <p:spPr/>
        <p:txBody>
          <a:bodyPr/>
          <a:lstStyle/>
          <a:p>
            <a:endParaRPr lang="en-MY"/>
          </a:p>
        </p:txBody>
      </p:sp>
      <p:sp>
        <p:nvSpPr>
          <p:cNvPr id="13" name="Text Placeholder 12">
            <a:extLst>
              <a:ext uri="{FF2B5EF4-FFF2-40B4-BE49-F238E27FC236}">
                <a16:creationId xmlns:a16="http://schemas.microsoft.com/office/drawing/2014/main" id="{D2A8E7EB-CB61-1268-AD40-0B9BBE4150EE}"/>
              </a:ext>
            </a:extLst>
          </p:cNvPr>
          <p:cNvSpPr>
            <a:spLocks noGrp="1"/>
          </p:cNvSpPr>
          <p:nvPr>
            <p:ph type="body" sz="quarter" idx="33"/>
          </p:nvPr>
        </p:nvSpPr>
        <p:spPr/>
        <p:txBody>
          <a:bodyPr/>
          <a:lstStyle/>
          <a:p>
            <a:endParaRPr lang="en-MY"/>
          </a:p>
        </p:txBody>
      </p:sp>
      <p:sp>
        <p:nvSpPr>
          <p:cNvPr id="14" name="Text Placeholder 13">
            <a:extLst>
              <a:ext uri="{FF2B5EF4-FFF2-40B4-BE49-F238E27FC236}">
                <a16:creationId xmlns:a16="http://schemas.microsoft.com/office/drawing/2014/main" id="{43149B6C-7922-2739-BDF7-DDDA5CFBD9EB}"/>
              </a:ext>
            </a:extLst>
          </p:cNvPr>
          <p:cNvSpPr>
            <a:spLocks noGrp="1"/>
          </p:cNvSpPr>
          <p:nvPr>
            <p:ph type="body" sz="quarter" idx="34"/>
          </p:nvPr>
        </p:nvSpPr>
        <p:spPr/>
        <p:txBody>
          <a:bodyPr/>
          <a:lstStyle/>
          <a:p>
            <a:endParaRPr lang="en-MY"/>
          </a:p>
        </p:txBody>
      </p:sp>
      <p:sp>
        <p:nvSpPr>
          <p:cNvPr id="15" name="Text Placeholder 14">
            <a:extLst>
              <a:ext uri="{FF2B5EF4-FFF2-40B4-BE49-F238E27FC236}">
                <a16:creationId xmlns:a16="http://schemas.microsoft.com/office/drawing/2014/main" id="{BCC67A14-343B-DED4-0550-09A61E29C0D4}"/>
              </a:ext>
            </a:extLst>
          </p:cNvPr>
          <p:cNvSpPr>
            <a:spLocks noGrp="1"/>
          </p:cNvSpPr>
          <p:nvPr>
            <p:ph type="body" sz="quarter" idx="35"/>
          </p:nvPr>
        </p:nvSpPr>
        <p:spPr/>
        <p:txBody>
          <a:bodyPr/>
          <a:lstStyle/>
          <a:p>
            <a:endParaRPr lang="en-MY"/>
          </a:p>
        </p:txBody>
      </p:sp>
      <p:sp>
        <p:nvSpPr>
          <p:cNvPr id="16" name="Text Placeholder 15">
            <a:extLst>
              <a:ext uri="{FF2B5EF4-FFF2-40B4-BE49-F238E27FC236}">
                <a16:creationId xmlns:a16="http://schemas.microsoft.com/office/drawing/2014/main" id="{AD65A751-104E-52DE-FD10-DD41C41E69B1}"/>
              </a:ext>
            </a:extLst>
          </p:cNvPr>
          <p:cNvSpPr>
            <a:spLocks noGrp="1"/>
          </p:cNvSpPr>
          <p:nvPr>
            <p:ph type="body" sz="quarter" idx="36"/>
          </p:nvPr>
        </p:nvSpPr>
        <p:spPr/>
        <p:txBody>
          <a:bodyPr/>
          <a:lstStyle/>
          <a:p>
            <a:endParaRPr lang="en-MY"/>
          </a:p>
        </p:txBody>
      </p:sp>
      <p:sp>
        <p:nvSpPr>
          <p:cNvPr id="17" name="Text Placeholder 16">
            <a:extLst>
              <a:ext uri="{FF2B5EF4-FFF2-40B4-BE49-F238E27FC236}">
                <a16:creationId xmlns:a16="http://schemas.microsoft.com/office/drawing/2014/main" id="{3912F6EF-32D3-64E0-2BC4-B287D280C0A6}"/>
              </a:ext>
            </a:extLst>
          </p:cNvPr>
          <p:cNvSpPr>
            <a:spLocks noGrp="1"/>
          </p:cNvSpPr>
          <p:nvPr>
            <p:ph type="body" sz="quarter" idx="37"/>
          </p:nvPr>
        </p:nvSpPr>
        <p:spPr/>
        <p:txBody>
          <a:bodyPr/>
          <a:lstStyle/>
          <a:p>
            <a:endParaRPr lang="en-MY"/>
          </a:p>
        </p:txBody>
      </p:sp>
      <p:sp>
        <p:nvSpPr>
          <p:cNvPr id="18" name="Text Placeholder 17">
            <a:extLst>
              <a:ext uri="{FF2B5EF4-FFF2-40B4-BE49-F238E27FC236}">
                <a16:creationId xmlns:a16="http://schemas.microsoft.com/office/drawing/2014/main" id="{E5D74DD8-4014-8989-FCCC-2C4085626680}"/>
              </a:ext>
            </a:extLst>
          </p:cNvPr>
          <p:cNvSpPr>
            <a:spLocks noGrp="1"/>
          </p:cNvSpPr>
          <p:nvPr>
            <p:ph type="body" sz="quarter" idx="38"/>
          </p:nvPr>
        </p:nvSpPr>
        <p:spPr/>
        <p:txBody>
          <a:bodyPr/>
          <a:lstStyle/>
          <a:p>
            <a:endParaRPr lang="en-MY"/>
          </a:p>
        </p:txBody>
      </p:sp>
      <p:sp>
        <p:nvSpPr>
          <p:cNvPr id="19" name="Text Placeholder 18">
            <a:extLst>
              <a:ext uri="{FF2B5EF4-FFF2-40B4-BE49-F238E27FC236}">
                <a16:creationId xmlns:a16="http://schemas.microsoft.com/office/drawing/2014/main" id="{D008CE91-EADD-DBEA-F469-38B7B70FAA28}"/>
              </a:ext>
            </a:extLst>
          </p:cNvPr>
          <p:cNvSpPr>
            <a:spLocks noGrp="1"/>
          </p:cNvSpPr>
          <p:nvPr>
            <p:ph type="body" sz="quarter" idx="39"/>
          </p:nvPr>
        </p:nvSpPr>
        <p:spPr/>
        <p:txBody>
          <a:bodyPr/>
          <a:lstStyle/>
          <a:p>
            <a:endParaRPr lang="en-MY"/>
          </a:p>
        </p:txBody>
      </p:sp>
      <p:sp>
        <p:nvSpPr>
          <p:cNvPr id="20" name="Text Placeholder 19">
            <a:extLst>
              <a:ext uri="{FF2B5EF4-FFF2-40B4-BE49-F238E27FC236}">
                <a16:creationId xmlns:a16="http://schemas.microsoft.com/office/drawing/2014/main" id="{9481353D-3925-2B03-E592-F89E89E639F8}"/>
              </a:ext>
            </a:extLst>
          </p:cNvPr>
          <p:cNvSpPr>
            <a:spLocks noGrp="1"/>
          </p:cNvSpPr>
          <p:nvPr>
            <p:ph type="body" sz="quarter" idx="40"/>
          </p:nvPr>
        </p:nvSpPr>
        <p:spPr/>
        <p:txBody>
          <a:bodyPr/>
          <a:lstStyle/>
          <a:p>
            <a:endParaRPr lang="en-MY"/>
          </a:p>
        </p:txBody>
      </p:sp>
      <p:sp>
        <p:nvSpPr>
          <p:cNvPr id="21" name="Text Placeholder 20">
            <a:extLst>
              <a:ext uri="{FF2B5EF4-FFF2-40B4-BE49-F238E27FC236}">
                <a16:creationId xmlns:a16="http://schemas.microsoft.com/office/drawing/2014/main" id="{B58F5B6B-0735-DE61-7F8F-E0922F1B1FA1}"/>
              </a:ext>
            </a:extLst>
          </p:cNvPr>
          <p:cNvSpPr>
            <a:spLocks noGrp="1"/>
          </p:cNvSpPr>
          <p:nvPr>
            <p:ph type="body" sz="quarter" idx="41"/>
          </p:nvPr>
        </p:nvSpPr>
        <p:spPr/>
        <p:txBody>
          <a:bodyPr/>
          <a:lstStyle/>
          <a:p>
            <a:endParaRPr lang="en-MY"/>
          </a:p>
        </p:txBody>
      </p:sp>
    </p:spTree>
    <p:extLst>
      <p:ext uri="{BB962C8B-B14F-4D97-AF65-F5344CB8AC3E}">
        <p14:creationId xmlns:p14="http://schemas.microsoft.com/office/powerpoint/2010/main" val="1965250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2000"/>
            <a:lum/>
          </a:blip>
          <a:srcRect/>
          <a:stretch>
            <a:fillRect t="-9000" b="-9000"/>
          </a:stretch>
        </a:blipFill>
        <a:effectLst/>
      </p:bgPr>
    </p:bg>
    <p:spTree>
      <p:nvGrpSpPr>
        <p:cNvPr id="1" name="">
          <a:extLst>
            <a:ext uri="{FF2B5EF4-FFF2-40B4-BE49-F238E27FC236}">
              <a16:creationId xmlns:a16="http://schemas.microsoft.com/office/drawing/2014/main" id="{707BE6B0-94B9-950A-6D8D-B54646ED957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94C1751-F290-7B59-995A-743EA9F56F20}"/>
              </a:ext>
            </a:extLst>
          </p:cNvPr>
          <p:cNvSpPr/>
          <p:nvPr/>
        </p:nvSpPr>
        <p:spPr>
          <a:xfrm>
            <a:off x="0" y="223935"/>
            <a:ext cx="9955763" cy="114766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 name="Title 1">
            <a:extLst>
              <a:ext uri="{FF2B5EF4-FFF2-40B4-BE49-F238E27FC236}">
                <a16:creationId xmlns:a16="http://schemas.microsoft.com/office/drawing/2014/main" id="{D2116C72-BB0C-0012-1BF9-9692E17E2F85}"/>
              </a:ext>
            </a:extLst>
          </p:cNvPr>
          <p:cNvSpPr>
            <a:spLocks noGrp="1"/>
          </p:cNvSpPr>
          <p:nvPr>
            <p:ph type="title"/>
          </p:nvPr>
        </p:nvSpPr>
        <p:spPr>
          <a:xfrm>
            <a:off x="273925" y="485159"/>
            <a:ext cx="8300908" cy="677108"/>
          </a:xfrm>
        </p:spPr>
        <p:txBody>
          <a:bodyPr/>
          <a:lstStyle/>
          <a:p>
            <a:r>
              <a:rPr lang="en-MY" sz="4400" dirty="0">
                <a:solidFill>
                  <a:schemeClr val="bg1"/>
                </a:solidFill>
              </a:rPr>
              <a:t>Vision</a:t>
            </a:r>
            <a:endParaRPr lang="en-MY" sz="2800" dirty="0">
              <a:solidFill>
                <a:schemeClr val="tx1"/>
              </a:solidFill>
            </a:endParaRPr>
          </a:p>
        </p:txBody>
      </p:sp>
      <p:sp>
        <p:nvSpPr>
          <p:cNvPr id="3" name="Title 1">
            <a:extLst>
              <a:ext uri="{FF2B5EF4-FFF2-40B4-BE49-F238E27FC236}">
                <a16:creationId xmlns:a16="http://schemas.microsoft.com/office/drawing/2014/main" id="{B4BBD478-7E14-BC29-0635-1E1EBDC9945D}"/>
              </a:ext>
            </a:extLst>
          </p:cNvPr>
          <p:cNvSpPr txBox="1">
            <a:spLocks/>
          </p:cNvSpPr>
          <p:nvPr/>
        </p:nvSpPr>
        <p:spPr>
          <a:xfrm>
            <a:off x="497859" y="1841208"/>
            <a:ext cx="9955762" cy="369332"/>
          </a:xfrm>
          <a:prstGeom prst="rect">
            <a:avLst/>
          </a:prstGeom>
        </p:spPr>
        <p:txBody>
          <a:bodyPr wrap="square" lIns="0" tIns="0" rIns="0" bIns="0">
            <a:spAutoFit/>
          </a:bodyPr>
          <a:lstStyle>
            <a:lvl1pPr>
              <a:defRPr sz="2750" b="0" i="0">
                <a:solidFill>
                  <a:srgbClr val="252525"/>
                </a:solidFill>
                <a:latin typeface="Trebuchet MS"/>
                <a:ea typeface="+mj-ea"/>
                <a:cs typeface="Trebuchet MS"/>
              </a:defRPr>
            </a:lvl1pPr>
          </a:lstStyle>
          <a:p>
            <a:r>
              <a:rPr lang="en-MY" sz="2400" kern="0" dirty="0" err="1">
                <a:solidFill>
                  <a:schemeClr val="tx1"/>
                </a:solidFill>
              </a:rPr>
              <a:t>Xxx</a:t>
            </a:r>
            <a:endParaRPr lang="en-MY" sz="2800" kern="0" dirty="0">
              <a:solidFill>
                <a:schemeClr val="tx1"/>
              </a:solidFill>
            </a:endParaRPr>
          </a:p>
        </p:txBody>
      </p:sp>
    </p:spTree>
    <p:extLst>
      <p:ext uri="{BB962C8B-B14F-4D97-AF65-F5344CB8AC3E}">
        <p14:creationId xmlns:p14="http://schemas.microsoft.com/office/powerpoint/2010/main" val="3913409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2000"/>
            <a:lum/>
          </a:blip>
          <a:srcRect/>
          <a:stretch>
            <a:fillRect t="-9000" b="-9000"/>
          </a:stretch>
        </a:blipFill>
        <a:effectLst/>
      </p:bgPr>
    </p:bg>
    <p:spTree>
      <p:nvGrpSpPr>
        <p:cNvPr id="1" name="">
          <a:extLst>
            <a:ext uri="{FF2B5EF4-FFF2-40B4-BE49-F238E27FC236}">
              <a16:creationId xmlns:a16="http://schemas.microsoft.com/office/drawing/2014/main" id="{7D4E2EB8-3EE4-7A6C-F88F-8128131935B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E866A8B-3DD3-C37F-0478-C2153889A9D5}"/>
              </a:ext>
            </a:extLst>
          </p:cNvPr>
          <p:cNvSpPr/>
          <p:nvPr/>
        </p:nvSpPr>
        <p:spPr>
          <a:xfrm>
            <a:off x="0" y="223935"/>
            <a:ext cx="9955763" cy="1147665"/>
          </a:xfrm>
          <a:prstGeom prst="rect">
            <a:avLst/>
          </a:prstGeom>
          <a:solidFill>
            <a:srgbClr val="3760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 name="Title 1">
            <a:extLst>
              <a:ext uri="{FF2B5EF4-FFF2-40B4-BE49-F238E27FC236}">
                <a16:creationId xmlns:a16="http://schemas.microsoft.com/office/drawing/2014/main" id="{2BF3A36A-9218-D85A-63AA-8B7BF2578453}"/>
              </a:ext>
            </a:extLst>
          </p:cNvPr>
          <p:cNvSpPr>
            <a:spLocks noGrp="1"/>
          </p:cNvSpPr>
          <p:nvPr>
            <p:ph type="title"/>
          </p:nvPr>
        </p:nvSpPr>
        <p:spPr>
          <a:xfrm>
            <a:off x="273925" y="485159"/>
            <a:ext cx="8300908" cy="677108"/>
          </a:xfrm>
        </p:spPr>
        <p:txBody>
          <a:bodyPr/>
          <a:lstStyle/>
          <a:p>
            <a:r>
              <a:rPr lang="en-MY" sz="4400" dirty="0">
                <a:solidFill>
                  <a:schemeClr val="bg1"/>
                </a:solidFill>
              </a:rPr>
              <a:t>Mission</a:t>
            </a:r>
            <a:endParaRPr lang="en-MY" sz="2800" dirty="0">
              <a:solidFill>
                <a:schemeClr val="tx1"/>
              </a:solidFill>
            </a:endParaRPr>
          </a:p>
        </p:txBody>
      </p:sp>
      <p:sp>
        <p:nvSpPr>
          <p:cNvPr id="3" name="Title 1">
            <a:extLst>
              <a:ext uri="{FF2B5EF4-FFF2-40B4-BE49-F238E27FC236}">
                <a16:creationId xmlns:a16="http://schemas.microsoft.com/office/drawing/2014/main" id="{9EDE8A4B-F1FE-03C7-F578-2D1A1B57FE12}"/>
              </a:ext>
            </a:extLst>
          </p:cNvPr>
          <p:cNvSpPr txBox="1">
            <a:spLocks/>
          </p:cNvSpPr>
          <p:nvPr/>
        </p:nvSpPr>
        <p:spPr>
          <a:xfrm>
            <a:off x="497859" y="1841208"/>
            <a:ext cx="9955762" cy="369332"/>
          </a:xfrm>
          <a:prstGeom prst="rect">
            <a:avLst/>
          </a:prstGeom>
        </p:spPr>
        <p:txBody>
          <a:bodyPr wrap="square" lIns="0" tIns="0" rIns="0" bIns="0">
            <a:spAutoFit/>
          </a:bodyPr>
          <a:lstStyle>
            <a:lvl1pPr>
              <a:defRPr sz="2750" b="0" i="0">
                <a:solidFill>
                  <a:srgbClr val="252525"/>
                </a:solidFill>
                <a:latin typeface="Trebuchet MS"/>
                <a:ea typeface="+mj-ea"/>
                <a:cs typeface="Trebuchet MS"/>
              </a:defRPr>
            </a:lvl1pPr>
          </a:lstStyle>
          <a:p>
            <a:r>
              <a:rPr lang="en-MY" sz="2400" kern="0" dirty="0" err="1">
                <a:solidFill>
                  <a:schemeClr val="tx1"/>
                </a:solidFill>
              </a:rPr>
              <a:t>Xxx</a:t>
            </a:r>
            <a:endParaRPr lang="en-MY" sz="2800" kern="0" dirty="0">
              <a:solidFill>
                <a:schemeClr val="tx1"/>
              </a:solidFill>
            </a:endParaRPr>
          </a:p>
        </p:txBody>
      </p:sp>
    </p:spTree>
    <p:extLst>
      <p:ext uri="{BB962C8B-B14F-4D97-AF65-F5344CB8AC3E}">
        <p14:creationId xmlns:p14="http://schemas.microsoft.com/office/powerpoint/2010/main" val="3052020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D02356-1DC5-8855-3A78-83E431F242D0}"/>
              </a:ext>
            </a:extLst>
          </p:cNvPr>
          <p:cNvSpPr txBox="1"/>
          <p:nvPr/>
        </p:nvSpPr>
        <p:spPr>
          <a:xfrm>
            <a:off x="446042" y="1401834"/>
            <a:ext cx="9144000" cy="307777"/>
          </a:xfrm>
          <a:prstGeom prst="rect">
            <a:avLst/>
          </a:prstGeom>
          <a:noFill/>
        </p:spPr>
        <p:txBody>
          <a:bodyPr wrap="square" rtlCol="0"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0000"/>
                </a:solidFill>
                <a:effectLst/>
                <a:uLnTx/>
                <a:uFillTx/>
              </a:rPr>
              <a:t>Key Value Chain</a:t>
            </a:r>
            <a:endParaRPr kumimoji="0" lang="en-GB" sz="1400" b="1" i="0" u="none" strike="noStrike" kern="0" cap="none" spc="0" normalizeH="0" baseline="0" noProof="0" dirty="0">
              <a:ln>
                <a:noFill/>
              </a:ln>
              <a:solidFill>
                <a:srgbClr val="000000"/>
              </a:solidFill>
              <a:effectLst/>
              <a:uLnTx/>
              <a:uFillTx/>
            </a:endParaRPr>
          </a:p>
        </p:txBody>
      </p:sp>
      <p:graphicFrame>
        <p:nvGraphicFramePr>
          <p:cNvPr id="3" name="Diagram 2">
            <a:extLst>
              <a:ext uri="{FF2B5EF4-FFF2-40B4-BE49-F238E27FC236}">
                <a16:creationId xmlns:a16="http://schemas.microsoft.com/office/drawing/2014/main" id="{023F44AD-1515-7051-1666-226F49D5E8C1}"/>
              </a:ext>
            </a:extLst>
          </p:cNvPr>
          <p:cNvGraphicFramePr/>
          <p:nvPr>
            <p:extLst>
              <p:ext uri="{D42A27DB-BD31-4B8C-83A1-F6EECF244321}">
                <p14:modId xmlns:p14="http://schemas.microsoft.com/office/powerpoint/2010/main" val="3762932437"/>
              </p:ext>
            </p:extLst>
          </p:nvPr>
        </p:nvGraphicFramePr>
        <p:xfrm>
          <a:off x="446042" y="2821754"/>
          <a:ext cx="11269238" cy="9408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Google Shape;453;p32">
            <a:extLst>
              <a:ext uri="{FF2B5EF4-FFF2-40B4-BE49-F238E27FC236}">
                <a16:creationId xmlns:a16="http://schemas.microsoft.com/office/drawing/2014/main" id="{D726AF6F-F6EC-600A-BA96-69A9806425BA}"/>
              </a:ext>
            </a:extLst>
          </p:cNvPr>
          <p:cNvSpPr/>
          <p:nvPr/>
        </p:nvSpPr>
        <p:spPr>
          <a:xfrm>
            <a:off x="1347105" y="3889255"/>
            <a:ext cx="533153" cy="180114"/>
          </a:xfrm>
          <a:prstGeom prst="rect">
            <a:avLst/>
          </a:prstGeom>
          <a:solidFill>
            <a:srgbClr val="EEF0E8"/>
          </a:solidFill>
          <a:ln>
            <a:noFill/>
          </a:ln>
          <a:effectLst>
            <a:outerShdw blurRad="107950" dist="12700" dir="5400000" algn="ctr">
              <a:srgbClr val="000000"/>
            </a:outerShdw>
          </a:effectLst>
        </p:spPr>
        <p:txBody>
          <a:bodyPr spcFirstLastPara="1" wrap="square" lIns="91425" tIns="45700" rIns="91425" bIns="45700" anchor="ctr" anchorCtr="0">
            <a:noAutofit/>
          </a:bodyPr>
          <a:lstStyle/>
          <a:p>
            <a:pPr algn="ctr"/>
            <a:r>
              <a:rPr lang="en-US" sz="1100">
                <a:solidFill>
                  <a:prstClr val="black"/>
                </a:solidFill>
                <a:latin typeface="Calibri"/>
                <a:ea typeface="Calibri"/>
                <a:cs typeface="Calibri"/>
                <a:sym typeface="Calibri"/>
              </a:rPr>
              <a:t>1.0</a:t>
            </a:r>
            <a:endParaRPr sz="1100">
              <a:solidFill>
                <a:prstClr val="black"/>
              </a:solidFill>
              <a:latin typeface="Calibri"/>
              <a:ea typeface="Calibri"/>
              <a:cs typeface="Calibri"/>
              <a:sym typeface="Calibri"/>
            </a:endParaRPr>
          </a:p>
        </p:txBody>
      </p:sp>
      <p:sp>
        <p:nvSpPr>
          <p:cNvPr id="5" name="Google Shape;453;p32">
            <a:extLst>
              <a:ext uri="{FF2B5EF4-FFF2-40B4-BE49-F238E27FC236}">
                <a16:creationId xmlns:a16="http://schemas.microsoft.com/office/drawing/2014/main" id="{DA54AAF6-AB92-1344-21B1-6BB58FF89072}"/>
              </a:ext>
            </a:extLst>
          </p:cNvPr>
          <p:cNvSpPr/>
          <p:nvPr/>
        </p:nvSpPr>
        <p:spPr>
          <a:xfrm>
            <a:off x="3029683" y="3889255"/>
            <a:ext cx="533153" cy="180114"/>
          </a:xfrm>
          <a:prstGeom prst="rect">
            <a:avLst/>
          </a:prstGeom>
          <a:solidFill>
            <a:srgbClr val="EEF0E8"/>
          </a:solidFill>
          <a:ln>
            <a:noFill/>
          </a:ln>
          <a:effectLst>
            <a:outerShdw blurRad="107950" dist="12700" dir="5400000" algn="ctr">
              <a:srgbClr val="000000"/>
            </a:outerShdw>
          </a:effectLst>
        </p:spPr>
        <p:txBody>
          <a:bodyPr spcFirstLastPara="1" wrap="square" lIns="91425" tIns="45700" rIns="91425" bIns="45700" anchor="ctr" anchorCtr="0">
            <a:noAutofit/>
          </a:bodyPr>
          <a:lstStyle/>
          <a:p>
            <a:pPr algn="ctr"/>
            <a:r>
              <a:rPr lang="en-US" sz="1100" dirty="0">
                <a:solidFill>
                  <a:prstClr val="black"/>
                </a:solidFill>
                <a:latin typeface="Calibri"/>
                <a:ea typeface="Calibri"/>
                <a:cs typeface="Calibri"/>
                <a:sym typeface="Calibri"/>
              </a:rPr>
              <a:t>2.0</a:t>
            </a:r>
            <a:endParaRPr sz="1100" dirty="0">
              <a:solidFill>
                <a:prstClr val="black"/>
              </a:solidFill>
              <a:latin typeface="Calibri"/>
              <a:ea typeface="Calibri"/>
              <a:cs typeface="Calibri"/>
              <a:sym typeface="Calibri"/>
            </a:endParaRPr>
          </a:p>
        </p:txBody>
      </p:sp>
      <p:sp>
        <p:nvSpPr>
          <p:cNvPr id="6" name="Google Shape;453;p32">
            <a:extLst>
              <a:ext uri="{FF2B5EF4-FFF2-40B4-BE49-F238E27FC236}">
                <a16:creationId xmlns:a16="http://schemas.microsoft.com/office/drawing/2014/main" id="{28172A08-D139-E6DC-CAF1-3371995D76AF}"/>
              </a:ext>
            </a:extLst>
          </p:cNvPr>
          <p:cNvSpPr/>
          <p:nvPr/>
        </p:nvSpPr>
        <p:spPr>
          <a:xfrm>
            <a:off x="4901653" y="3889255"/>
            <a:ext cx="533153" cy="180114"/>
          </a:xfrm>
          <a:prstGeom prst="rect">
            <a:avLst/>
          </a:prstGeom>
          <a:solidFill>
            <a:srgbClr val="EEF0E8"/>
          </a:solidFill>
          <a:ln>
            <a:noFill/>
          </a:ln>
          <a:effectLst>
            <a:outerShdw blurRad="107950" dist="12700" dir="5400000" algn="ctr">
              <a:srgbClr val="000000"/>
            </a:outerShdw>
          </a:effectLst>
        </p:spPr>
        <p:txBody>
          <a:bodyPr spcFirstLastPara="1" wrap="square" lIns="91425" tIns="45700" rIns="91425" bIns="45700" anchor="ctr" anchorCtr="0">
            <a:noAutofit/>
          </a:bodyPr>
          <a:lstStyle/>
          <a:p>
            <a:pPr algn="ctr"/>
            <a:r>
              <a:rPr lang="en-US" sz="1100" dirty="0">
                <a:solidFill>
                  <a:prstClr val="black"/>
                </a:solidFill>
                <a:latin typeface="Calibri"/>
                <a:ea typeface="Calibri"/>
                <a:cs typeface="Calibri"/>
                <a:sym typeface="Calibri"/>
              </a:rPr>
              <a:t>3.0</a:t>
            </a:r>
            <a:endParaRPr sz="1100" dirty="0">
              <a:solidFill>
                <a:prstClr val="black"/>
              </a:solidFill>
              <a:latin typeface="Calibri"/>
              <a:ea typeface="Calibri"/>
              <a:cs typeface="Calibri"/>
              <a:sym typeface="Calibri"/>
            </a:endParaRPr>
          </a:p>
        </p:txBody>
      </p:sp>
      <p:sp>
        <p:nvSpPr>
          <p:cNvPr id="7" name="Google Shape;453;p32">
            <a:extLst>
              <a:ext uri="{FF2B5EF4-FFF2-40B4-BE49-F238E27FC236}">
                <a16:creationId xmlns:a16="http://schemas.microsoft.com/office/drawing/2014/main" id="{0A158749-8C19-EDE0-B64D-D42D1DE6D51B}"/>
              </a:ext>
            </a:extLst>
          </p:cNvPr>
          <p:cNvSpPr/>
          <p:nvPr/>
        </p:nvSpPr>
        <p:spPr>
          <a:xfrm>
            <a:off x="8149495" y="3889255"/>
            <a:ext cx="533153" cy="180114"/>
          </a:xfrm>
          <a:prstGeom prst="rect">
            <a:avLst/>
          </a:prstGeom>
          <a:solidFill>
            <a:srgbClr val="EEF0E8"/>
          </a:solidFill>
          <a:ln>
            <a:noFill/>
          </a:ln>
          <a:effectLst>
            <a:outerShdw blurRad="107950" dist="12700" dir="5400000" algn="ctr">
              <a:srgbClr val="000000"/>
            </a:outerShdw>
          </a:effectLst>
        </p:spPr>
        <p:txBody>
          <a:bodyPr spcFirstLastPara="1" wrap="square" lIns="91425" tIns="45700" rIns="91425" bIns="45700" anchor="ctr" anchorCtr="0">
            <a:noAutofit/>
          </a:bodyPr>
          <a:lstStyle/>
          <a:p>
            <a:pPr algn="ctr"/>
            <a:r>
              <a:rPr lang="en-US" sz="1100" dirty="0">
                <a:solidFill>
                  <a:prstClr val="black"/>
                </a:solidFill>
                <a:latin typeface="Calibri"/>
                <a:ea typeface="Calibri"/>
                <a:cs typeface="Calibri"/>
                <a:sym typeface="Calibri"/>
              </a:rPr>
              <a:t>5.0</a:t>
            </a:r>
            <a:endParaRPr sz="1100" dirty="0">
              <a:solidFill>
                <a:prstClr val="black"/>
              </a:solidFill>
              <a:latin typeface="Calibri"/>
              <a:ea typeface="Calibri"/>
              <a:cs typeface="Calibri"/>
              <a:sym typeface="Calibri"/>
            </a:endParaRPr>
          </a:p>
        </p:txBody>
      </p:sp>
      <p:sp>
        <p:nvSpPr>
          <p:cNvPr id="8" name="Rectangle 7">
            <a:extLst>
              <a:ext uri="{FF2B5EF4-FFF2-40B4-BE49-F238E27FC236}">
                <a16:creationId xmlns:a16="http://schemas.microsoft.com/office/drawing/2014/main" id="{6B4D53E3-01AB-9E44-5905-A132EED1B9C1}"/>
              </a:ext>
            </a:extLst>
          </p:cNvPr>
          <p:cNvSpPr/>
          <p:nvPr/>
        </p:nvSpPr>
        <p:spPr>
          <a:xfrm>
            <a:off x="501483" y="4413354"/>
            <a:ext cx="10582108" cy="328653"/>
          </a:xfrm>
          <a:prstGeom prst="rect">
            <a:avLst/>
          </a:prstGeom>
          <a:solidFill>
            <a:srgbClr val="37609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white"/>
                </a:solidFill>
                <a:effectLst/>
                <a:uLnTx/>
                <a:uFillTx/>
                <a:latin typeface="Trebuchet MS" panose="020B0603020202020204"/>
                <a:ea typeface="+mn-ea"/>
                <a:cs typeface="+mn-cs"/>
              </a:rPr>
              <a:t>Manage xx</a:t>
            </a:r>
          </a:p>
        </p:txBody>
      </p:sp>
      <p:sp>
        <p:nvSpPr>
          <p:cNvPr id="9" name="Rectangle 8">
            <a:extLst>
              <a:ext uri="{FF2B5EF4-FFF2-40B4-BE49-F238E27FC236}">
                <a16:creationId xmlns:a16="http://schemas.microsoft.com/office/drawing/2014/main" id="{DEDF8600-B17A-9910-88CC-604E4EB595DC}"/>
              </a:ext>
            </a:extLst>
          </p:cNvPr>
          <p:cNvSpPr/>
          <p:nvPr/>
        </p:nvSpPr>
        <p:spPr>
          <a:xfrm>
            <a:off x="487633" y="4871025"/>
            <a:ext cx="10582108" cy="328653"/>
          </a:xfrm>
          <a:prstGeom prst="rect">
            <a:avLst/>
          </a:prstGeom>
          <a:solidFill>
            <a:srgbClr val="37609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white"/>
                </a:solidFill>
                <a:effectLst/>
                <a:uLnTx/>
                <a:uFillTx/>
                <a:latin typeface="Trebuchet MS" panose="020B0603020202020204"/>
                <a:ea typeface="+mn-ea"/>
                <a:cs typeface="+mn-cs"/>
              </a:rPr>
              <a:t>Manage xx</a:t>
            </a:r>
          </a:p>
        </p:txBody>
      </p:sp>
      <p:sp>
        <p:nvSpPr>
          <p:cNvPr id="10" name="Google Shape;453;p32">
            <a:extLst>
              <a:ext uri="{FF2B5EF4-FFF2-40B4-BE49-F238E27FC236}">
                <a16:creationId xmlns:a16="http://schemas.microsoft.com/office/drawing/2014/main" id="{42B17925-4686-2040-B2BD-D798AC79A26A}"/>
              </a:ext>
            </a:extLst>
          </p:cNvPr>
          <p:cNvSpPr/>
          <p:nvPr/>
        </p:nvSpPr>
        <p:spPr>
          <a:xfrm>
            <a:off x="11182126" y="4501157"/>
            <a:ext cx="533153" cy="180114"/>
          </a:xfrm>
          <a:prstGeom prst="rect">
            <a:avLst/>
          </a:prstGeom>
          <a:solidFill>
            <a:srgbClr val="EEF0E8"/>
          </a:solidFill>
          <a:ln>
            <a:noFill/>
          </a:ln>
          <a:effectLst>
            <a:outerShdw blurRad="107950" dist="12700" dir="5400000" algn="ctr">
              <a:srgbClr val="000000"/>
            </a:outerShdw>
          </a:effectLst>
        </p:spPr>
        <p:txBody>
          <a:bodyPr spcFirstLastPara="1" wrap="square" lIns="91425" tIns="45700" rIns="91425" bIns="45700" anchor="ctr" anchorCtr="0">
            <a:noAutofit/>
          </a:bodyPr>
          <a:lstStyle/>
          <a:p>
            <a:pPr algn="ctr"/>
            <a:r>
              <a:rPr lang="en-US" sz="1100" dirty="0">
                <a:solidFill>
                  <a:prstClr val="black"/>
                </a:solidFill>
                <a:latin typeface="Calibri"/>
                <a:ea typeface="Calibri"/>
                <a:cs typeface="Calibri"/>
                <a:sym typeface="Calibri"/>
              </a:rPr>
              <a:t>7.0</a:t>
            </a:r>
            <a:endParaRPr sz="1100" dirty="0">
              <a:solidFill>
                <a:prstClr val="black"/>
              </a:solidFill>
              <a:latin typeface="Calibri"/>
              <a:ea typeface="Calibri"/>
              <a:cs typeface="Calibri"/>
              <a:sym typeface="Calibri"/>
            </a:endParaRPr>
          </a:p>
        </p:txBody>
      </p:sp>
      <p:sp>
        <p:nvSpPr>
          <p:cNvPr id="11" name="Google Shape;453;p32">
            <a:extLst>
              <a:ext uri="{FF2B5EF4-FFF2-40B4-BE49-F238E27FC236}">
                <a16:creationId xmlns:a16="http://schemas.microsoft.com/office/drawing/2014/main" id="{28EC7D0A-06FC-70C5-C858-E918910BF7D9}"/>
              </a:ext>
            </a:extLst>
          </p:cNvPr>
          <p:cNvSpPr/>
          <p:nvPr/>
        </p:nvSpPr>
        <p:spPr>
          <a:xfrm>
            <a:off x="11182127" y="4930444"/>
            <a:ext cx="533153" cy="180114"/>
          </a:xfrm>
          <a:prstGeom prst="rect">
            <a:avLst/>
          </a:prstGeom>
          <a:solidFill>
            <a:srgbClr val="EEF0E8"/>
          </a:solidFill>
          <a:ln>
            <a:noFill/>
          </a:ln>
          <a:effectLst>
            <a:outerShdw blurRad="107950" dist="12700" dir="5400000" algn="ctr">
              <a:srgbClr val="000000"/>
            </a:outerShdw>
          </a:effectLst>
        </p:spPr>
        <p:txBody>
          <a:bodyPr spcFirstLastPara="1" wrap="square" lIns="91425" tIns="45700" rIns="91425" bIns="45700" anchor="ctr" anchorCtr="0">
            <a:noAutofit/>
          </a:bodyPr>
          <a:lstStyle/>
          <a:p>
            <a:pPr algn="ctr"/>
            <a:r>
              <a:rPr lang="en-US" sz="1100" dirty="0">
                <a:solidFill>
                  <a:prstClr val="black"/>
                </a:solidFill>
                <a:latin typeface="Calibri"/>
                <a:ea typeface="Calibri"/>
                <a:cs typeface="Calibri"/>
                <a:sym typeface="Calibri"/>
              </a:rPr>
              <a:t>8.0</a:t>
            </a:r>
            <a:endParaRPr sz="1100" dirty="0">
              <a:solidFill>
                <a:prstClr val="black"/>
              </a:solidFill>
              <a:latin typeface="Calibri"/>
              <a:ea typeface="Calibri"/>
              <a:cs typeface="Calibri"/>
              <a:sym typeface="Calibri"/>
            </a:endParaRPr>
          </a:p>
        </p:txBody>
      </p:sp>
      <p:cxnSp>
        <p:nvCxnSpPr>
          <p:cNvPr id="12" name="Connector: Elbow 11">
            <a:extLst>
              <a:ext uri="{FF2B5EF4-FFF2-40B4-BE49-F238E27FC236}">
                <a16:creationId xmlns:a16="http://schemas.microsoft.com/office/drawing/2014/main" id="{8C5E7664-3D49-D20F-B68A-6344EC81F728}"/>
              </a:ext>
            </a:extLst>
          </p:cNvPr>
          <p:cNvCxnSpPr>
            <a:cxnSpLocks/>
            <a:stCxn id="3" idx="3"/>
            <a:endCxn id="3" idx="1"/>
          </p:cNvCxnSpPr>
          <p:nvPr/>
        </p:nvCxnSpPr>
        <p:spPr>
          <a:xfrm flipH="1">
            <a:off x="446042" y="3292168"/>
            <a:ext cx="11269238" cy="12700"/>
          </a:xfrm>
          <a:prstGeom prst="bentConnector5">
            <a:avLst>
              <a:gd name="adj1" fmla="val -2029"/>
              <a:gd name="adj2" fmla="val 7520047"/>
              <a:gd name="adj3" fmla="val 102029"/>
            </a:avLst>
          </a:prstGeom>
          <a:noFill/>
          <a:ln w="38100" cap="flat" cmpd="sng" algn="ctr">
            <a:solidFill>
              <a:sysClr val="windowText" lastClr="000000"/>
            </a:solidFill>
            <a:prstDash val="solid"/>
            <a:miter lim="800000"/>
            <a:tailEnd type="triangle"/>
          </a:ln>
          <a:effectLst/>
        </p:spPr>
      </p:cxnSp>
      <p:sp>
        <p:nvSpPr>
          <p:cNvPr id="13" name="Rectangle 12">
            <a:extLst>
              <a:ext uri="{FF2B5EF4-FFF2-40B4-BE49-F238E27FC236}">
                <a16:creationId xmlns:a16="http://schemas.microsoft.com/office/drawing/2014/main" id="{5D3DA147-4E82-948C-7C7A-4CE281C2BACD}"/>
              </a:ext>
            </a:extLst>
          </p:cNvPr>
          <p:cNvSpPr/>
          <p:nvPr/>
        </p:nvSpPr>
        <p:spPr>
          <a:xfrm>
            <a:off x="487633" y="5300309"/>
            <a:ext cx="10582108" cy="328653"/>
          </a:xfrm>
          <a:prstGeom prst="rect">
            <a:avLst/>
          </a:prstGeom>
          <a:solidFill>
            <a:srgbClr val="37609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white"/>
                </a:solidFill>
                <a:effectLst/>
                <a:uLnTx/>
                <a:uFillTx/>
                <a:latin typeface="Trebuchet MS" panose="020B0603020202020204"/>
                <a:ea typeface="+mn-ea"/>
                <a:cs typeface="+mn-cs"/>
              </a:rPr>
              <a:t>Manage xx</a:t>
            </a:r>
          </a:p>
        </p:txBody>
      </p:sp>
      <p:sp>
        <p:nvSpPr>
          <p:cNvPr id="14" name="Google Shape;453;p32">
            <a:extLst>
              <a:ext uri="{FF2B5EF4-FFF2-40B4-BE49-F238E27FC236}">
                <a16:creationId xmlns:a16="http://schemas.microsoft.com/office/drawing/2014/main" id="{A3937523-632A-F1B0-D09A-9C3830E29F9A}"/>
              </a:ext>
            </a:extLst>
          </p:cNvPr>
          <p:cNvSpPr/>
          <p:nvPr/>
        </p:nvSpPr>
        <p:spPr>
          <a:xfrm>
            <a:off x="11182127" y="5373265"/>
            <a:ext cx="533153" cy="180114"/>
          </a:xfrm>
          <a:prstGeom prst="rect">
            <a:avLst/>
          </a:prstGeom>
          <a:solidFill>
            <a:srgbClr val="EEF0E8"/>
          </a:solidFill>
          <a:ln>
            <a:noFill/>
          </a:ln>
          <a:effectLst>
            <a:outerShdw blurRad="107950" dist="12700" dir="5400000" algn="ctr">
              <a:srgbClr val="000000"/>
            </a:outerShdw>
          </a:effectLst>
        </p:spPr>
        <p:txBody>
          <a:bodyPr spcFirstLastPara="1" wrap="square" lIns="91425" tIns="45700" rIns="91425" bIns="45700" anchor="ctr" anchorCtr="0">
            <a:noAutofit/>
          </a:bodyPr>
          <a:lstStyle/>
          <a:p>
            <a:pPr algn="ctr"/>
            <a:r>
              <a:rPr lang="en-US" sz="1100" dirty="0">
                <a:solidFill>
                  <a:prstClr val="black"/>
                </a:solidFill>
                <a:latin typeface="Calibri"/>
                <a:ea typeface="Calibri"/>
                <a:cs typeface="Calibri"/>
                <a:sym typeface="Calibri"/>
              </a:rPr>
              <a:t>9.0</a:t>
            </a:r>
            <a:endParaRPr sz="1100" dirty="0">
              <a:solidFill>
                <a:prstClr val="black"/>
              </a:solidFill>
              <a:latin typeface="Calibri"/>
              <a:ea typeface="Calibri"/>
              <a:cs typeface="Calibri"/>
              <a:sym typeface="Calibri"/>
            </a:endParaRPr>
          </a:p>
        </p:txBody>
      </p:sp>
      <p:sp>
        <p:nvSpPr>
          <p:cNvPr id="15" name="TextBox 14">
            <a:extLst>
              <a:ext uri="{FF2B5EF4-FFF2-40B4-BE49-F238E27FC236}">
                <a16:creationId xmlns:a16="http://schemas.microsoft.com/office/drawing/2014/main" id="{77DFD21F-37C2-4400-2AA2-57BEA9D086F7}"/>
              </a:ext>
            </a:extLst>
          </p:cNvPr>
          <p:cNvSpPr txBox="1"/>
          <p:nvPr/>
        </p:nvSpPr>
        <p:spPr>
          <a:xfrm>
            <a:off x="450461" y="1681618"/>
            <a:ext cx="11052313" cy="1077218"/>
          </a:xfrm>
          <a:prstGeom prst="rect">
            <a:avLst/>
          </a:prstGeom>
          <a:noFill/>
        </p:spPr>
        <p:txBody>
          <a:bodyPr wrap="square" rtlCol="0">
            <a:spAutoFit/>
          </a:bodyPr>
          <a:lstStyle/>
          <a:p>
            <a:pPr algn="just" defTabSz="457200">
              <a:defRPr/>
            </a:pPr>
            <a:r>
              <a:rPr lang="en-US" sz="1600" dirty="0">
                <a:solidFill>
                  <a:srgbClr val="000000"/>
                </a:solidFill>
                <a:latin typeface="Calibri Light"/>
              </a:rPr>
              <a:t>The purpose of this manual is to ensure PLB implement a Job Performance Manual (JPM) in order to document company’s best practices, to better satisfy the requirement and expectation of its stakeholder and to improve the overall governance of the company. This system address the design of blueprint, development of the content and delivering knowledge and practical insight to achieve OPERATIONAL EXCELLENCE.</a:t>
            </a:r>
            <a:endParaRPr lang="en-GB" sz="1600" dirty="0">
              <a:solidFill>
                <a:srgbClr val="000000"/>
              </a:solidFill>
              <a:latin typeface="Calibri Light"/>
            </a:endParaRPr>
          </a:p>
        </p:txBody>
      </p:sp>
      <p:sp>
        <p:nvSpPr>
          <p:cNvPr id="16" name="Rectangle 15">
            <a:extLst>
              <a:ext uri="{FF2B5EF4-FFF2-40B4-BE49-F238E27FC236}">
                <a16:creationId xmlns:a16="http://schemas.microsoft.com/office/drawing/2014/main" id="{54938E00-86DA-D2D3-FA34-B0C543F72B22}"/>
              </a:ext>
            </a:extLst>
          </p:cNvPr>
          <p:cNvSpPr/>
          <p:nvPr/>
        </p:nvSpPr>
        <p:spPr>
          <a:xfrm>
            <a:off x="487633" y="5735912"/>
            <a:ext cx="10582108" cy="328653"/>
          </a:xfrm>
          <a:prstGeom prst="rect">
            <a:avLst/>
          </a:prstGeom>
          <a:solidFill>
            <a:srgbClr val="37609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white"/>
                </a:solidFill>
                <a:effectLst/>
                <a:uLnTx/>
                <a:uFillTx/>
                <a:latin typeface="Trebuchet MS" panose="020B0603020202020204"/>
                <a:ea typeface="+mn-ea"/>
                <a:cs typeface="+mn-cs"/>
              </a:rPr>
              <a:t>Manage xx</a:t>
            </a:r>
          </a:p>
        </p:txBody>
      </p:sp>
      <p:sp>
        <p:nvSpPr>
          <p:cNvPr id="17" name="Google Shape;453;p32">
            <a:extLst>
              <a:ext uri="{FF2B5EF4-FFF2-40B4-BE49-F238E27FC236}">
                <a16:creationId xmlns:a16="http://schemas.microsoft.com/office/drawing/2014/main" id="{82C9E02A-94BA-C4B4-434A-6937ED3CC5F7}"/>
              </a:ext>
            </a:extLst>
          </p:cNvPr>
          <p:cNvSpPr/>
          <p:nvPr/>
        </p:nvSpPr>
        <p:spPr>
          <a:xfrm>
            <a:off x="11182127" y="5757858"/>
            <a:ext cx="533153" cy="180114"/>
          </a:xfrm>
          <a:prstGeom prst="rect">
            <a:avLst/>
          </a:prstGeom>
          <a:solidFill>
            <a:srgbClr val="EEF0E8"/>
          </a:solidFill>
          <a:ln>
            <a:noFill/>
          </a:ln>
          <a:effectLst>
            <a:outerShdw blurRad="107950" dist="12700" dir="5400000" algn="ctr">
              <a:srgbClr val="000000"/>
            </a:outerShdw>
          </a:effectLst>
        </p:spPr>
        <p:txBody>
          <a:bodyPr spcFirstLastPara="1" wrap="square" lIns="91425" tIns="45700" rIns="91425" bIns="45700" anchor="ctr" anchorCtr="0">
            <a:noAutofit/>
          </a:bodyPr>
          <a:lstStyle/>
          <a:p>
            <a:pPr algn="ctr"/>
            <a:r>
              <a:rPr lang="en-US" sz="1100" dirty="0">
                <a:solidFill>
                  <a:prstClr val="black"/>
                </a:solidFill>
                <a:latin typeface="Calibri"/>
                <a:ea typeface="Calibri"/>
                <a:cs typeface="Calibri"/>
                <a:sym typeface="Calibri"/>
              </a:rPr>
              <a:t>10.0</a:t>
            </a:r>
            <a:endParaRPr sz="1100" dirty="0">
              <a:solidFill>
                <a:prstClr val="black"/>
              </a:solidFill>
              <a:latin typeface="Calibri"/>
              <a:ea typeface="Calibri"/>
              <a:cs typeface="Calibri"/>
              <a:sym typeface="Calibri"/>
            </a:endParaRPr>
          </a:p>
        </p:txBody>
      </p:sp>
      <p:sp>
        <p:nvSpPr>
          <p:cNvPr id="18" name="Google Shape;453;p32">
            <a:extLst>
              <a:ext uri="{FF2B5EF4-FFF2-40B4-BE49-F238E27FC236}">
                <a16:creationId xmlns:a16="http://schemas.microsoft.com/office/drawing/2014/main" id="{5D19E4DE-3D4D-CFE7-7239-FA5E25C301BF}"/>
              </a:ext>
            </a:extLst>
          </p:cNvPr>
          <p:cNvSpPr/>
          <p:nvPr/>
        </p:nvSpPr>
        <p:spPr>
          <a:xfrm>
            <a:off x="6467219" y="3889254"/>
            <a:ext cx="533153" cy="180114"/>
          </a:xfrm>
          <a:prstGeom prst="rect">
            <a:avLst/>
          </a:prstGeom>
          <a:solidFill>
            <a:srgbClr val="EEF0E8"/>
          </a:solidFill>
          <a:ln>
            <a:noFill/>
          </a:ln>
          <a:effectLst>
            <a:outerShdw blurRad="107950" dist="12700" dir="5400000" algn="ctr">
              <a:srgbClr val="000000"/>
            </a:outerShdw>
          </a:effectLst>
        </p:spPr>
        <p:txBody>
          <a:bodyPr spcFirstLastPara="1" wrap="square" lIns="91425" tIns="45700" rIns="91425" bIns="45700" anchor="ctr" anchorCtr="0">
            <a:noAutofit/>
          </a:bodyPr>
          <a:lstStyle/>
          <a:p>
            <a:pPr algn="ctr"/>
            <a:r>
              <a:rPr lang="en-US" sz="1100" dirty="0">
                <a:solidFill>
                  <a:prstClr val="black"/>
                </a:solidFill>
                <a:latin typeface="Calibri"/>
                <a:ea typeface="Calibri"/>
                <a:cs typeface="Calibri"/>
                <a:sym typeface="Calibri"/>
              </a:rPr>
              <a:t>4.0</a:t>
            </a:r>
            <a:endParaRPr sz="1100" dirty="0">
              <a:solidFill>
                <a:prstClr val="black"/>
              </a:solidFill>
              <a:latin typeface="Calibri"/>
              <a:ea typeface="Calibri"/>
              <a:cs typeface="Calibri"/>
              <a:sym typeface="Calibri"/>
            </a:endParaRPr>
          </a:p>
        </p:txBody>
      </p:sp>
      <p:sp>
        <p:nvSpPr>
          <p:cNvPr id="19" name="Google Shape;453;p32">
            <a:extLst>
              <a:ext uri="{FF2B5EF4-FFF2-40B4-BE49-F238E27FC236}">
                <a16:creationId xmlns:a16="http://schemas.microsoft.com/office/drawing/2014/main" id="{7AB4CD79-BC4B-DDBE-A832-E0FE2B9E83BC}"/>
              </a:ext>
            </a:extLst>
          </p:cNvPr>
          <p:cNvSpPr/>
          <p:nvPr/>
        </p:nvSpPr>
        <p:spPr>
          <a:xfrm>
            <a:off x="10360344" y="3889254"/>
            <a:ext cx="533153" cy="180114"/>
          </a:xfrm>
          <a:prstGeom prst="rect">
            <a:avLst/>
          </a:prstGeom>
          <a:solidFill>
            <a:srgbClr val="EEF0E8"/>
          </a:solidFill>
          <a:ln>
            <a:noFill/>
          </a:ln>
          <a:effectLst>
            <a:outerShdw blurRad="107950" dist="12700" dir="5400000" algn="ctr">
              <a:srgbClr val="000000"/>
            </a:outerShdw>
          </a:effectLst>
        </p:spPr>
        <p:txBody>
          <a:bodyPr spcFirstLastPara="1" wrap="square" lIns="91425" tIns="45700" rIns="91425" bIns="45700" anchor="ctr" anchorCtr="0">
            <a:noAutofit/>
          </a:bodyPr>
          <a:lstStyle/>
          <a:p>
            <a:pPr algn="ctr"/>
            <a:r>
              <a:rPr lang="en-US" sz="1100" dirty="0">
                <a:solidFill>
                  <a:prstClr val="black"/>
                </a:solidFill>
                <a:latin typeface="Calibri"/>
                <a:ea typeface="Calibri"/>
                <a:cs typeface="Calibri"/>
                <a:sym typeface="Calibri"/>
              </a:rPr>
              <a:t>6.0</a:t>
            </a:r>
            <a:endParaRPr sz="1100" dirty="0">
              <a:solidFill>
                <a:prstClr val="black"/>
              </a:solidFill>
              <a:latin typeface="Calibri"/>
              <a:ea typeface="Calibri"/>
              <a:cs typeface="Calibri"/>
              <a:sym typeface="Calibri"/>
            </a:endParaRPr>
          </a:p>
        </p:txBody>
      </p:sp>
    </p:spTree>
    <p:extLst>
      <p:ext uri="{BB962C8B-B14F-4D97-AF65-F5344CB8AC3E}">
        <p14:creationId xmlns:p14="http://schemas.microsoft.com/office/powerpoint/2010/main" val="3587362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2000"/>
            <a:lum/>
          </a:blip>
          <a:srcRect/>
          <a:stretch>
            <a:fillRect t="-9000" b="-9000"/>
          </a:stretch>
        </a:blipFill>
        <a:effectLst/>
      </p:bgPr>
    </p:bg>
    <p:spTree>
      <p:nvGrpSpPr>
        <p:cNvPr id="1" name="">
          <a:extLst>
            <a:ext uri="{FF2B5EF4-FFF2-40B4-BE49-F238E27FC236}">
              <a16:creationId xmlns:a16="http://schemas.microsoft.com/office/drawing/2014/main" id="{ADCF7DBB-E084-E668-89E7-A41DCC2317F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C2FDF05-70DD-741B-2190-3ECBF223AD1B}"/>
              </a:ext>
            </a:extLst>
          </p:cNvPr>
          <p:cNvSpPr/>
          <p:nvPr/>
        </p:nvSpPr>
        <p:spPr>
          <a:xfrm>
            <a:off x="0" y="223935"/>
            <a:ext cx="9955763" cy="114766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 name="Title 1">
            <a:extLst>
              <a:ext uri="{FF2B5EF4-FFF2-40B4-BE49-F238E27FC236}">
                <a16:creationId xmlns:a16="http://schemas.microsoft.com/office/drawing/2014/main" id="{E893988D-7D86-3A17-2636-49A8426511A2}"/>
              </a:ext>
            </a:extLst>
          </p:cNvPr>
          <p:cNvSpPr>
            <a:spLocks noGrp="1"/>
          </p:cNvSpPr>
          <p:nvPr>
            <p:ph type="title"/>
          </p:nvPr>
        </p:nvSpPr>
        <p:spPr>
          <a:xfrm>
            <a:off x="273925" y="485159"/>
            <a:ext cx="8300908" cy="1107996"/>
          </a:xfrm>
        </p:spPr>
        <p:txBody>
          <a:bodyPr/>
          <a:lstStyle/>
          <a:p>
            <a:r>
              <a:rPr lang="en-MY" sz="4400" dirty="0">
                <a:solidFill>
                  <a:schemeClr val="bg1"/>
                </a:solidFill>
              </a:rPr>
              <a:t>Organization Chart</a:t>
            </a:r>
            <a:br>
              <a:rPr lang="en-MY" sz="2800" dirty="0"/>
            </a:br>
            <a:endParaRPr lang="en-MY" sz="2800" dirty="0">
              <a:solidFill>
                <a:schemeClr val="tx1"/>
              </a:solidFill>
            </a:endParaRPr>
          </a:p>
        </p:txBody>
      </p:sp>
    </p:spTree>
    <p:extLst>
      <p:ext uri="{BB962C8B-B14F-4D97-AF65-F5344CB8AC3E}">
        <p14:creationId xmlns:p14="http://schemas.microsoft.com/office/powerpoint/2010/main" val="419950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C5837-706F-4DF6-BA8F-14A679D1A970}"/>
              </a:ext>
            </a:extLst>
          </p:cNvPr>
          <p:cNvSpPr>
            <a:spLocks noGrp="1"/>
          </p:cNvSpPr>
          <p:nvPr>
            <p:ph type="ctrTitle"/>
          </p:nvPr>
        </p:nvSpPr>
        <p:spPr/>
        <p:txBody>
          <a:bodyPr/>
          <a:lstStyle/>
          <a:p>
            <a:r>
              <a:rPr lang="en-GB" dirty="0"/>
              <a:t>MANAGE XX</a:t>
            </a:r>
          </a:p>
        </p:txBody>
      </p:sp>
    </p:spTree>
    <p:extLst>
      <p:ext uri="{BB962C8B-B14F-4D97-AF65-F5344CB8AC3E}">
        <p14:creationId xmlns:p14="http://schemas.microsoft.com/office/powerpoint/2010/main" val="1471275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2000"/>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BEEAA1E-DD67-F139-BF6B-781D9C91AF7E}"/>
              </a:ext>
            </a:extLst>
          </p:cNvPr>
          <p:cNvSpPr/>
          <p:nvPr/>
        </p:nvSpPr>
        <p:spPr>
          <a:xfrm>
            <a:off x="0" y="223935"/>
            <a:ext cx="9955763" cy="114766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 name="Title 1">
            <a:extLst>
              <a:ext uri="{FF2B5EF4-FFF2-40B4-BE49-F238E27FC236}">
                <a16:creationId xmlns:a16="http://schemas.microsoft.com/office/drawing/2014/main" id="{F441FF5D-9276-736C-1D1B-469D3954B188}"/>
              </a:ext>
            </a:extLst>
          </p:cNvPr>
          <p:cNvSpPr>
            <a:spLocks noGrp="1"/>
          </p:cNvSpPr>
          <p:nvPr>
            <p:ph type="title"/>
          </p:nvPr>
        </p:nvSpPr>
        <p:spPr>
          <a:xfrm>
            <a:off x="273925" y="485159"/>
            <a:ext cx="8300908" cy="774474"/>
          </a:xfrm>
        </p:spPr>
        <p:txBody>
          <a:bodyPr/>
          <a:lstStyle/>
          <a:p>
            <a:r>
              <a:rPr lang="en-MY" sz="4400" dirty="0">
                <a:solidFill>
                  <a:schemeClr val="bg1"/>
                </a:solidFill>
              </a:rPr>
              <a:t>Key Objective</a:t>
            </a:r>
            <a:br>
              <a:rPr lang="en-MY" sz="2800" dirty="0"/>
            </a:br>
            <a:endParaRPr lang="en-MY" sz="2800" dirty="0">
              <a:solidFill>
                <a:schemeClr val="tx1"/>
              </a:solidFill>
            </a:endParaRPr>
          </a:p>
        </p:txBody>
      </p:sp>
      <p:sp>
        <p:nvSpPr>
          <p:cNvPr id="7" name="Title 1">
            <a:extLst>
              <a:ext uri="{FF2B5EF4-FFF2-40B4-BE49-F238E27FC236}">
                <a16:creationId xmlns:a16="http://schemas.microsoft.com/office/drawing/2014/main" id="{FEC4E233-8636-4D00-2A45-E4D91FFDC896}"/>
              </a:ext>
            </a:extLst>
          </p:cNvPr>
          <p:cNvSpPr txBox="1">
            <a:spLocks/>
          </p:cNvSpPr>
          <p:nvPr/>
        </p:nvSpPr>
        <p:spPr>
          <a:xfrm>
            <a:off x="273925" y="1520857"/>
            <a:ext cx="9955762" cy="369332"/>
          </a:xfrm>
          <a:prstGeom prst="rect">
            <a:avLst/>
          </a:prstGeom>
        </p:spPr>
        <p:txBody>
          <a:bodyPr wrap="square" lIns="0" tIns="0" rIns="0" bIns="0">
            <a:spAutoFit/>
          </a:bodyPr>
          <a:lstStyle>
            <a:lvl1pPr>
              <a:defRPr sz="2750" b="0" i="0">
                <a:solidFill>
                  <a:srgbClr val="252525"/>
                </a:solidFill>
                <a:latin typeface="Trebuchet MS"/>
                <a:ea typeface="+mj-ea"/>
                <a:cs typeface="Trebuchet MS"/>
              </a:defRPr>
            </a:lvl1pPr>
          </a:lstStyle>
          <a:p>
            <a:r>
              <a:rPr lang="en-MY" sz="2400" i="1" kern="0" dirty="0">
                <a:solidFill>
                  <a:schemeClr val="bg1">
                    <a:lumMod val="50000"/>
                  </a:schemeClr>
                </a:solidFill>
              </a:rPr>
              <a:t>(One significant reason why your function exists in the value chain)</a:t>
            </a:r>
            <a:endParaRPr lang="en-MY" sz="2800" kern="0" dirty="0">
              <a:solidFill>
                <a:schemeClr val="bg1">
                  <a:lumMod val="50000"/>
                </a:schemeClr>
              </a:solidFill>
            </a:endParaRPr>
          </a:p>
        </p:txBody>
      </p:sp>
      <p:sp>
        <p:nvSpPr>
          <p:cNvPr id="8" name="Title 1">
            <a:extLst>
              <a:ext uri="{FF2B5EF4-FFF2-40B4-BE49-F238E27FC236}">
                <a16:creationId xmlns:a16="http://schemas.microsoft.com/office/drawing/2014/main" id="{BA1F302A-61DB-BF9C-E794-583BFF0ADB8F}"/>
              </a:ext>
            </a:extLst>
          </p:cNvPr>
          <p:cNvSpPr txBox="1">
            <a:spLocks/>
          </p:cNvSpPr>
          <p:nvPr/>
        </p:nvSpPr>
        <p:spPr>
          <a:xfrm>
            <a:off x="479198" y="2410376"/>
            <a:ext cx="9955762" cy="369332"/>
          </a:xfrm>
          <a:prstGeom prst="rect">
            <a:avLst/>
          </a:prstGeom>
        </p:spPr>
        <p:txBody>
          <a:bodyPr wrap="square" lIns="0" tIns="0" rIns="0" bIns="0">
            <a:spAutoFit/>
          </a:bodyPr>
          <a:lstStyle>
            <a:lvl1pPr>
              <a:defRPr sz="2750" b="0" i="0">
                <a:solidFill>
                  <a:srgbClr val="252525"/>
                </a:solidFill>
                <a:latin typeface="Trebuchet MS"/>
                <a:ea typeface="+mj-ea"/>
                <a:cs typeface="Trebuchet MS"/>
              </a:defRPr>
            </a:lvl1pPr>
          </a:lstStyle>
          <a:p>
            <a:pPr marL="342900" indent="-342900">
              <a:buFont typeface="Arial" panose="020B0604020202020204" pitchFamily="34" charset="0"/>
              <a:buChar char="•"/>
            </a:pPr>
            <a:r>
              <a:rPr lang="en-MY" sz="2400" kern="0" dirty="0">
                <a:solidFill>
                  <a:schemeClr val="tx1"/>
                </a:solidFill>
              </a:rPr>
              <a:t>To xx</a:t>
            </a:r>
            <a:endParaRPr lang="en-MY" sz="2800" kern="0" dirty="0">
              <a:solidFill>
                <a:schemeClr val="tx1"/>
              </a:solidFill>
            </a:endParaRPr>
          </a:p>
        </p:txBody>
      </p:sp>
    </p:spTree>
    <p:extLst>
      <p:ext uri="{BB962C8B-B14F-4D97-AF65-F5344CB8AC3E}">
        <p14:creationId xmlns:p14="http://schemas.microsoft.com/office/powerpoint/2010/main" val="897335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2000"/>
            <a:lum/>
          </a:blip>
          <a:srcRect/>
          <a:stretch>
            <a:fillRect t="-9000" b="-9000"/>
          </a:stretch>
        </a:blipFill>
        <a:effectLst/>
      </p:bgPr>
    </p:bg>
    <p:spTree>
      <p:nvGrpSpPr>
        <p:cNvPr id="1" name="">
          <a:extLst>
            <a:ext uri="{FF2B5EF4-FFF2-40B4-BE49-F238E27FC236}">
              <a16:creationId xmlns:a16="http://schemas.microsoft.com/office/drawing/2014/main" id="{0F0F59DE-7D3B-083F-710D-748CDCAB8B3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87ABA73-52B9-4F96-998C-10942FE7F6E9}"/>
              </a:ext>
            </a:extLst>
          </p:cNvPr>
          <p:cNvSpPr/>
          <p:nvPr/>
        </p:nvSpPr>
        <p:spPr>
          <a:xfrm>
            <a:off x="0" y="223935"/>
            <a:ext cx="9955763" cy="114766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 name="Title 1">
            <a:extLst>
              <a:ext uri="{FF2B5EF4-FFF2-40B4-BE49-F238E27FC236}">
                <a16:creationId xmlns:a16="http://schemas.microsoft.com/office/drawing/2014/main" id="{55B715A8-4351-0D1F-77AF-DEB93BC66B8F}"/>
              </a:ext>
            </a:extLst>
          </p:cNvPr>
          <p:cNvSpPr>
            <a:spLocks noGrp="1"/>
          </p:cNvSpPr>
          <p:nvPr>
            <p:ph type="title"/>
          </p:nvPr>
        </p:nvSpPr>
        <p:spPr>
          <a:xfrm>
            <a:off x="273925" y="485159"/>
            <a:ext cx="8300908" cy="1107996"/>
          </a:xfrm>
        </p:spPr>
        <p:txBody>
          <a:bodyPr/>
          <a:lstStyle/>
          <a:p>
            <a:r>
              <a:rPr lang="en-MY" sz="4400" dirty="0">
                <a:solidFill>
                  <a:schemeClr val="bg1"/>
                </a:solidFill>
              </a:rPr>
              <a:t>Key Result Indicators</a:t>
            </a:r>
            <a:br>
              <a:rPr lang="en-MY" sz="2800" dirty="0"/>
            </a:br>
            <a:endParaRPr lang="en-MY" sz="2800" dirty="0">
              <a:solidFill>
                <a:schemeClr val="tx1"/>
              </a:solidFill>
            </a:endParaRPr>
          </a:p>
        </p:txBody>
      </p:sp>
      <p:sp>
        <p:nvSpPr>
          <p:cNvPr id="7" name="Title 1">
            <a:extLst>
              <a:ext uri="{FF2B5EF4-FFF2-40B4-BE49-F238E27FC236}">
                <a16:creationId xmlns:a16="http://schemas.microsoft.com/office/drawing/2014/main" id="{CD8DA969-041C-D6D8-9284-A229552DC508}"/>
              </a:ext>
            </a:extLst>
          </p:cNvPr>
          <p:cNvSpPr txBox="1">
            <a:spLocks/>
          </p:cNvSpPr>
          <p:nvPr/>
        </p:nvSpPr>
        <p:spPr>
          <a:xfrm>
            <a:off x="273924" y="1520857"/>
            <a:ext cx="10885487" cy="738664"/>
          </a:xfrm>
          <a:prstGeom prst="rect">
            <a:avLst/>
          </a:prstGeom>
        </p:spPr>
        <p:txBody>
          <a:bodyPr wrap="square" lIns="0" tIns="0" rIns="0" bIns="0">
            <a:spAutoFit/>
          </a:bodyPr>
          <a:lstStyle>
            <a:lvl1pPr>
              <a:defRPr sz="2750" b="0" i="0">
                <a:solidFill>
                  <a:srgbClr val="252525"/>
                </a:solidFill>
                <a:latin typeface="Trebuchet MS"/>
                <a:ea typeface="+mj-ea"/>
                <a:cs typeface="Trebuchet MS"/>
              </a:defRPr>
            </a:lvl1pPr>
          </a:lstStyle>
          <a:p>
            <a:r>
              <a:rPr lang="en-US" sz="2400" i="1" kern="0" dirty="0">
                <a:solidFill>
                  <a:schemeClr val="bg1">
                    <a:lumMod val="50000"/>
                  </a:schemeClr>
                </a:solidFill>
              </a:rPr>
              <a:t>(5-7 deliverables/outputs expected from your department/unit to meet your key objectives)</a:t>
            </a:r>
          </a:p>
        </p:txBody>
      </p:sp>
      <p:sp>
        <p:nvSpPr>
          <p:cNvPr id="8" name="Title 1">
            <a:extLst>
              <a:ext uri="{FF2B5EF4-FFF2-40B4-BE49-F238E27FC236}">
                <a16:creationId xmlns:a16="http://schemas.microsoft.com/office/drawing/2014/main" id="{CB735DA2-B5CD-B605-60BB-F064AFCE6543}"/>
              </a:ext>
            </a:extLst>
          </p:cNvPr>
          <p:cNvSpPr txBox="1">
            <a:spLocks/>
          </p:cNvSpPr>
          <p:nvPr/>
        </p:nvSpPr>
        <p:spPr>
          <a:xfrm>
            <a:off x="619157" y="2578327"/>
            <a:ext cx="9955762" cy="430887"/>
          </a:xfrm>
          <a:prstGeom prst="rect">
            <a:avLst/>
          </a:prstGeom>
        </p:spPr>
        <p:txBody>
          <a:bodyPr wrap="square" lIns="0" tIns="0" rIns="0" bIns="0">
            <a:spAutoFit/>
          </a:bodyPr>
          <a:lstStyle>
            <a:lvl1pPr>
              <a:defRPr sz="2750" b="0" i="0">
                <a:solidFill>
                  <a:srgbClr val="252525"/>
                </a:solidFill>
                <a:latin typeface="Trebuchet MS"/>
                <a:ea typeface="+mj-ea"/>
                <a:cs typeface="Trebuchet MS"/>
              </a:defRPr>
            </a:lvl1pPr>
          </a:lstStyle>
          <a:p>
            <a:pPr marL="342900" indent="-342900">
              <a:buFont typeface="Arial" panose="020B0604020202020204" pitchFamily="34" charset="0"/>
              <a:buChar char="•"/>
            </a:pPr>
            <a:r>
              <a:rPr lang="en-MY" sz="2800" kern="0" dirty="0">
                <a:solidFill>
                  <a:schemeClr val="tx1"/>
                </a:solidFill>
              </a:rPr>
              <a:t>XX</a:t>
            </a:r>
          </a:p>
        </p:txBody>
      </p:sp>
    </p:spTree>
    <p:extLst>
      <p:ext uri="{BB962C8B-B14F-4D97-AF65-F5344CB8AC3E}">
        <p14:creationId xmlns:p14="http://schemas.microsoft.com/office/powerpoint/2010/main" val="3581631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AA41A25-0FF4-44B3-9494-2ED83D9A86F4}"/>
              </a:ext>
            </a:extLst>
          </p:cNvPr>
          <p:cNvGraphicFramePr/>
          <p:nvPr>
            <p:extLst>
              <p:ext uri="{D42A27DB-BD31-4B8C-83A1-F6EECF244321}">
                <p14:modId xmlns:p14="http://schemas.microsoft.com/office/powerpoint/2010/main" val="1129536590"/>
              </p:ext>
            </p:extLst>
          </p:nvPr>
        </p:nvGraphicFramePr>
        <p:xfrm>
          <a:off x="955964" y="4890654"/>
          <a:ext cx="10321636" cy="16071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ectangle 7">
            <a:extLst>
              <a:ext uri="{FF2B5EF4-FFF2-40B4-BE49-F238E27FC236}">
                <a16:creationId xmlns:a16="http://schemas.microsoft.com/office/drawing/2014/main" id="{53CB5FD6-47B6-4C41-8655-24F59DCB50FD}"/>
              </a:ext>
            </a:extLst>
          </p:cNvPr>
          <p:cNvSpPr/>
          <p:nvPr/>
        </p:nvSpPr>
        <p:spPr>
          <a:xfrm>
            <a:off x="1462252" y="6282537"/>
            <a:ext cx="836893" cy="277240"/>
          </a:xfrm>
          <a:prstGeom prst="rect">
            <a:avLst/>
          </a:prstGeo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rebuchet MS" panose="020B0603020202020204"/>
                <a:ea typeface="+mn-ea"/>
                <a:cs typeface="+mn-cs"/>
              </a:rPr>
              <a:t>1.1</a:t>
            </a:r>
            <a:endParaRPr kumimoji="0" lang="en-GB" sz="14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9" name="Rectangle 8">
            <a:extLst>
              <a:ext uri="{FF2B5EF4-FFF2-40B4-BE49-F238E27FC236}">
                <a16:creationId xmlns:a16="http://schemas.microsoft.com/office/drawing/2014/main" id="{D245B9E1-DFFC-4E83-808A-E546635642A8}"/>
              </a:ext>
            </a:extLst>
          </p:cNvPr>
          <p:cNvSpPr/>
          <p:nvPr/>
        </p:nvSpPr>
        <p:spPr>
          <a:xfrm>
            <a:off x="3662030" y="6282537"/>
            <a:ext cx="836893" cy="277240"/>
          </a:xfrm>
          <a:prstGeom prst="rect">
            <a:avLst/>
          </a:prstGeo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rebuchet MS" panose="020B0603020202020204"/>
                <a:ea typeface="+mn-ea"/>
                <a:cs typeface="+mn-cs"/>
              </a:rPr>
              <a:t>1.2</a:t>
            </a:r>
            <a:endParaRPr kumimoji="0" lang="en-GB" sz="14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10" name="Rectangle 9">
            <a:extLst>
              <a:ext uri="{FF2B5EF4-FFF2-40B4-BE49-F238E27FC236}">
                <a16:creationId xmlns:a16="http://schemas.microsoft.com/office/drawing/2014/main" id="{5C4CD648-F6A8-4005-98D0-DDD20E10FC19}"/>
              </a:ext>
            </a:extLst>
          </p:cNvPr>
          <p:cNvSpPr/>
          <p:nvPr/>
        </p:nvSpPr>
        <p:spPr>
          <a:xfrm>
            <a:off x="5611501" y="6282537"/>
            <a:ext cx="836893" cy="277240"/>
          </a:xfrm>
          <a:prstGeom prst="rect">
            <a:avLst/>
          </a:prstGeo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rebuchet MS" panose="020B0603020202020204"/>
                <a:ea typeface="+mn-ea"/>
                <a:cs typeface="+mn-cs"/>
              </a:rPr>
              <a:t>1.3</a:t>
            </a:r>
            <a:endParaRPr kumimoji="0" lang="en-GB" sz="14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11" name="Rectangle 10">
            <a:extLst>
              <a:ext uri="{FF2B5EF4-FFF2-40B4-BE49-F238E27FC236}">
                <a16:creationId xmlns:a16="http://schemas.microsoft.com/office/drawing/2014/main" id="{145C46CC-2EFC-4A09-9C02-BE0D87C0D5DB}"/>
              </a:ext>
            </a:extLst>
          </p:cNvPr>
          <p:cNvSpPr/>
          <p:nvPr/>
        </p:nvSpPr>
        <p:spPr>
          <a:xfrm>
            <a:off x="7669951" y="6282537"/>
            <a:ext cx="836893" cy="277240"/>
          </a:xfrm>
          <a:prstGeom prst="rect">
            <a:avLst/>
          </a:prstGeo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rebuchet MS" panose="020B0603020202020204"/>
                <a:ea typeface="+mn-ea"/>
                <a:cs typeface="+mn-cs"/>
              </a:rPr>
              <a:t>1.4</a:t>
            </a:r>
            <a:endParaRPr kumimoji="0" lang="en-GB" sz="14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12" name="Rectangle 11">
            <a:extLst>
              <a:ext uri="{FF2B5EF4-FFF2-40B4-BE49-F238E27FC236}">
                <a16:creationId xmlns:a16="http://schemas.microsoft.com/office/drawing/2014/main" id="{A637FEAD-5A16-4508-A147-6BE623589C05}"/>
              </a:ext>
            </a:extLst>
          </p:cNvPr>
          <p:cNvSpPr/>
          <p:nvPr/>
        </p:nvSpPr>
        <p:spPr>
          <a:xfrm>
            <a:off x="9674707" y="6282537"/>
            <a:ext cx="836893" cy="277240"/>
          </a:xfrm>
          <a:prstGeom prst="rect">
            <a:avLst/>
          </a:prstGeo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rebuchet MS" panose="020B0603020202020204"/>
                <a:ea typeface="+mn-ea"/>
                <a:cs typeface="+mn-cs"/>
              </a:rPr>
              <a:t>1.5</a:t>
            </a:r>
            <a:endParaRPr kumimoji="0" lang="en-GB" sz="14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sp>
        <p:nvSpPr>
          <p:cNvPr id="14" name="TextBox 13">
            <a:extLst>
              <a:ext uri="{FF2B5EF4-FFF2-40B4-BE49-F238E27FC236}">
                <a16:creationId xmlns:a16="http://schemas.microsoft.com/office/drawing/2014/main" id="{CD57584A-64F0-491F-B03A-F61612F1EF15}"/>
              </a:ext>
            </a:extLst>
          </p:cNvPr>
          <p:cNvSpPr txBox="1"/>
          <p:nvPr/>
        </p:nvSpPr>
        <p:spPr>
          <a:xfrm>
            <a:off x="2579154" y="971563"/>
            <a:ext cx="9266482" cy="31691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SIPOC: Manage xx</a:t>
            </a:r>
          </a:p>
        </p:txBody>
      </p:sp>
      <p:sp>
        <p:nvSpPr>
          <p:cNvPr id="15" name="TextBox 14">
            <a:extLst>
              <a:ext uri="{FF2B5EF4-FFF2-40B4-BE49-F238E27FC236}">
                <a16:creationId xmlns:a16="http://schemas.microsoft.com/office/drawing/2014/main" id="{006ED384-AE3E-4157-8467-88F153559EC4}"/>
              </a:ext>
            </a:extLst>
          </p:cNvPr>
          <p:cNvSpPr txBox="1"/>
          <p:nvPr/>
        </p:nvSpPr>
        <p:spPr>
          <a:xfrm>
            <a:off x="2687815" y="2067235"/>
            <a:ext cx="2989652" cy="276999"/>
          </a:xfrm>
          <a:prstGeom prst="rect">
            <a:avLst/>
          </a:prstGeom>
          <a:noFill/>
        </p:spPr>
        <p:txBody>
          <a:bodyPr wrap="square" rtlCol="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xx</a:t>
            </a:r>
            <a:endParaRPr kumimoji="0" lang="fi-FI" sz="12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6" name="TextBox 15">
            <a:extLst>
              <a:ext uri="{FF2B5EF4-FFF2-40B4-BE49-F238E27FC236}">
                <a16:creationId xmlns:a16="http://schemas.microsoft.com/office/drawing/2014/main" id="{C7A20F57-A09D-46E3-8D28-574518A17963}"/>
              </a:ext>
            </a:extLst>
          </p:cNvPr>
          <p:cNvSpPr txBox="1"/>
          <p:nvPr/>
        </p:nvSpPr>
        <p:spPr>
          <a:xfrm>
            <a:off x="6953375" y="2067235"/>
            <a:ext cx="2701263" cy="276999"/>
          </a:xfrm>
          <a:prstGeom prst="rect">
            <a:avLst/>
          </a:prstGeom>
          <a:noFill/>
        </p:spPr>
        <p:txBody>
          <a:bodyPr wrap="square" rtlCol="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xx</a:t>
            </a:r>
          </a:p>
        </p:txBody>
      </p:sp>
      <p:sp>
        <p:nvSpPr>
          <p:cNvPr id="17" name="TextBox 16">
            <a:extLst>
              <a:ext uri="{FF2B5EF4-FFF2-40B4-BE49-F238E27FC236}">
                <a16:creationId xmlns:a16="http://schemas.microsoft.com/office/drawing/2014/main" id="{83DAB636-2396-43DA-AAD1-561EDF9F7CBF}"/>
              </a:ext>
            </a:extLst>
          </p:cNvPr>
          <p:cNvSpPr txBox="1"/>
          <p:nvPr/>
        </p:nvSpPr>
        <p:spPr>
          <a:xfrm>
            <a:off x="1898178" y="4771673"/>
            <a:ext cx="7869170" cy="307777"/>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Manage xx</a:t>
            </a:r>
          </a:p>
        </p:txBody>
      </p:sp>
      <p:sp>
        <p:nvSpPr>
          <p:cNvPr id="18" name="TextBox 17">
            <a:extLst>
              <a:ext uri="{FF2B5EF4-FFF2-40B4-BE49-F238E27FC236}">
                <a16:creationId xmlns:a16="http://schemas.microsoft.com/office/drawing/2014/main" id="{3245227F-8A55-42E9-81C2-11176262C370}"/>
              </a:ext>
            </a:extLst>
          </p:cNvPr>
          <p:cNvSpPr txBox="1"/>
          <p:nvPr/>
        </p:nvSpPr>
        <p:spPr>
          <a:xfrm>
            <a:off x="338225" y="2075942"/>
            <a:ext cx="2260804" cy="276999"/>
          </a:xfrm>
          <a:prstGeom prst="rect">
            <a:avLst/>
          </a:prstGeom>
          <a:noFill/>
        </p:spPr>
        <p:txBody>
          <a:bodyPr wrap="square" rtlCol="0" anchor="t">
            <a:spAutoFit/>
          </a:bodyPr>
          <a:lstStyle/>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xx</a:t>
            </a:r>
          </a:p>
        </p:txBody>
      </p:sp>
      <p:sp>
        <p:nvSpPr>
          <p:cNvPr id="19" name="TextBox 18">
            <a:extLst>
              <a:ext uri="{FF2B5EF4-FFF2-40B4-BE49-F238E27FC236}">
                <a16:creationId xmlns:a16="http://schemas.microsoft.com/office/drawing/2014/main" id="{FE37A80C-03B3-43C1-9227-82195B238BBD}"/>
              </a:ext>
            </a:extLst>
          </p:cNvPr>
          <p:cNvSpPr txBox="1"/>
          <p:nvPr/>
        </p:nvSpPr>
        <p:spPr>
          <a:xfrm>
            <a:off x="9714652" y="2028046"/>
            <a:ext cx="2222572" cy="276999"/>
          </a:xfrm>
          <a:prstGeom prst="rect">
            <a:avLst/>
          </a:prstGeom>
          <a:noFill/>
        </p:spPr>
        <p:txBody>
          <a:bodyPr wrap="square" rtlCol="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xx</a:t>
            </a:r>
          </a:p>
        </p:txBody>
      </p:sp>
    </p:spTree>
    <p:extLst>
      <p:ext uri="{BB962C8B-B14F-4D97-AF65-F5344CB8AC3E}">
        <p14:creationId xmlns:p14="http://schemas.microsoft.com/office/powerpoint/2010/main" val="797787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C7B743-1C09-4B21-844A-1ED2D18AC21A}"/>
              </a:ext>
            </a:extLst>
          </p:cNvPr>
          <p:cNvSpPr/>
          <p:nvPr/>
        </p:nvSpPr>
        <p:spPr>
          <a:xfrm>
            <a:off x="2886364" y="2943100"/>
            <a:ext cx="1350000" cy="820713"/>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xxx</a:t>
            </a:r>
          </a:p>
        </p:txBody>
      </p:sp>
      <p:sp>
        <p:nvSpPr>
          <p:cNvPr id="3" name="Rectangle 2">
            <a:extLst>
              <a:ext uri="{FF2B5EF4-FFF2-40B4-BE49-F238E27FC236}">
                <a16:creationId xmlns:a16="http://schemas.microsoft.com/office/drawing/2014/main" id="{B5F19326-3F16-45C0-8EF2-5112DE7B590A}"/>
              </a:ext>
            </a:extLst>
          </p:cNvPr>
          <p:cNvSpPr/>
          <p:nvPr/>
        </p:nvSpPr>
        <p:spPr>
          <a:xfrm>
            <a:off x="4472992" y="3461400"/>
            <a:ext cx="1350000" cy="820713"/>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FFFFFF"/>
                </a:solidFill>
                <a:latin typeface="Trebuchet MS" panose="020B0603020202020204" pitchFamily="34" charset="0"/>
              </a:rPr>
              <a:t>xxx</a:t>
            </a:r>
            <a:endPar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endParaRPr>
          </a:p>
        </p:txBody>
      </p:sp>
      <p:cxnSp>
        <p:nvCxnSpPr>
          <p:cNvPr id="4" name="Connector: Elbow 3">
            <a:extLst>
              <a:ext uri="{FF2B5EF4-FFF2-40B4-BE49-F238E27FC236}">
                <a16:creationId xmlns:a16="http://schemas.microsoft.com/office/drawing/2014/main" id="{88917566-A444-4BC1-84E2-A53512BAAA09}"/>
              </a:ext>
            </a:extLst>
          </p:cNvPr>
          <p:cNvCxnSpPr>
            <a:cxnSpLocks/>
            <a:stCxn id="2" idx="3"/>
            <a:endCxn id="3" idx="1"/>
          </p:cNvCxnSpPr>
          <p:nvPr/>
        </p:nvCxnSpPr>
        <p:spPr>
          <a:xfrm>
            <a:off x="4236364" y="3353457"/>
            <a:ext cx="236628" cy="51830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a:extLst>
              <a:ext uri="{FF2B5EF4-FFF2-40B4-BE49-F238E27FC236}">
                <a16:creationId xmlns:a16="http://schemas.microsoft.com/office/drawing/2014/main" id="{BB1ED71A-452C-4968-B838-D1935EFC0D1A}"/>
              </a:ext>
            </a:extLst>
          </p:cNvPr>
          <p:cNvCxnSpPr/>
          <p:nvPr/>
        </p:nvCxnSpPr>
        <p:spPr>
          <a:xfrm flipV="1">
            <a:off x="4126710" y="3772986"/>
            <a:ext cx="0" cy="50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ABADB2D3-B808-4E71-9F38-B3D54CC59895}"/>
              </a:ext>
            </a:extLst>
          </p:cNvPr>
          <p:cNvCxnSpPr/>
          <p:nvPr/>
        </p:nvCxnSpPr>
        <p:spPr>
          <a:xfrm>
            <a:off x="4182617" y="2398903"/>
            <a:ext cx="0" cy="544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C426AB84-5BC3-4956-AA09-E8149359BB68}"/>
              </a:ext>
            </a:extLst>
          </p:cNvPr>
          <p:cNvCxnSpPr>
            <a:cxnSpLocks/>
          </p:cNvCxnSpPr>
          <p:nvPr/>
        </p:nvCxnSpPr>
        <p:spPr>
          <a:xfrm flipV="1">
            <a:off x="5688612" y="4293819"/>
            <a:ext cx="0" cy="50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555FD62F-D4C0-44C3-AE04-ECF814C82206}"/>
              </a:ext>
            </a:extLst>
          </p:cNvPr>
          <p:cNvCxnSpPr/>
          <p:nvPr/>
        </p:nvCxnSpPr>
        <p:spPr>
          <a:xfrm>
            <a:off x="5708480" y="2897230"/>
            <a:ext cx="0" cy="544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87886D3D-B0A6-4457-B0D9-D2125157D5B8}"/>
              </a:ext>
            </a:extLst>
          </p:cNvPr>
          <p:cNvSpPr/>
          <p:nvPr/>
        </p:nvSpPr>
        <p:spPr>
          <a:xfrm>
            <a:off x="6056303" y="3930573"/>
            <a:ext cx="1350000" cy="820713"/>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xxx</a:t>
            </a:r>
          </a:p>
        </p:txBody>
      </p:sp>
      <p:cxnSp>
        <p:nvCxnSpPr>
          <p:cNvPr id="10" name="Straight Arrow Connector 5">
            <a:extLst>
              <a:ext uri="{FF2B5EF4-FFF2-40B4-BE49-F238E27FC236}">
                <a16:creationId xmlns:a16="http://schemas.microsoft.com/office/drawing/2014/main" id="{68083029-27D2-472B-BEBD-BF150B4C7604}"/>
              </a:ext>
            </a:extLst>
          </p:cNvPr>
          <p:cNvCxnSpPr>
            <a:cxnSpLocks/>
            <a:endCxn id="9" idx="1"/>
          </p:cNvCxnSpPr>
          <p:nvPr/>
        </p:nvCxnSpPr>
        <p:spPr>
          <a:xfrm>
            <a:off x="5822992" y="3850443"/>
            <a:ext cx="233311" cy="49048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D86EEE2F-3DF7-4BC2-8B67-FD19CFE5D05D}"/>
              </a:ext>
            </a:extLst>
          </p:cNvPr>
          <p:cNvCxnSpPr>
            <a:cxnSpLocks/>
          </p:cNvCxnSpPr>
          <p:nvPr/>
        </p:nvCxnSpPr>
        <p:spPr>
          <a:xfrm>
            <a:off x="7277356" y="3386376"/>
            <a:ext cx="0" cy="544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13C726E2-853D-41F2-B79A-B74ED43D886E}"/>
              </a:ext>
            </a:extLst>
          </p:cNvPr>
          <p:cNvCxnSpPr>
            <a:cxnSpLocks/>
          </p:cNvCxnSpPr>
          <p:nvPr/>
        </p:nvCxnSpPr>
        <p:spPr>
          <a:xfrm flipV="1">
            <a:off x="7295829" y="4741911"/>
            <a:ext cx="0" cy="50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24">
            <a:extLst>
              <a:ext uri="{FF2B5EF4-FFF2-40B4-BE49-F238E27FC236}">
                <a16:creationId xmlns:a16="http://schemas.microsoft.com/office/drawing/2014/main" id="{E95C478B-DE52-4C22-B40F-1EB449027D3D}"/>
              </a:ext>
            </a:extLst>
          </p:cNvPr>
          <p:cNvSpPr txBox="1"/>
          <p:nvPr/>
        </p:nvSpPr>
        <p:spPr>
          <a:xfrm>
            <a:off x="3889854" y="2121904"/>
            <a:ext cx="1827506"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N/A</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14" name="TextBox 24">
            <a:extLst>
              <a:ext uri="{FF2B5EF4-FFF2-40B4-BE49-F238E27FC236}">
                <a16:creationId xmlns:a16="http://schemas.microsoft.com/office/drawing/2014/main" id="{4CBE9F19-F3C4-4E8B-BCAF-B86F58B3C6F4}"/>
              </a:ext>
            </a:extLst>
          </p:cNvPr>
          <p:cNvSpPr txBox="1"/>
          <p:nvPr/>
        </p:nvSpPr>
        <p:spPr>
          <a:xfrm>
            <a:off x="5904800" y="3495353"/>
            <a:ext cx="1448673"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15" name="TextBox 24">
            <a:extLst>
              <a:ext uri="{FF2B5EF4-FFF2-40B4-BE49-F238E27FC236}">
                <a16:creationId xmlns:a16="http://schemas.microsoft.com/office/drawing/2014/main" id="{5C25FFBE-C9FD-477B-BC48-B1E5D63F97DD}"/>
              </a:ext>
            </a:extLst>
          </p:cNvPr>
          <p:cNvSpPr txBox="1"/>
          <p:nvPr/>
        </p:nvSpPr>
        <p:spPr>
          <a:xfrm>
            <a:off x="4361304" y="2909686"/>
            <a:ext cx="1351118"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16" name="TextBox 24">
            <a:extLst>
              <a:ext uri="{FF2B5EF4-FFF2-40B4-BE49-F238E27FC236}">
                <a16:creationId xmlns:a16="http://schemas.microsoft.com/office/drawing/2014/main" id="{9E056829-A27A-4792-BCA7-9F3123BB2CC6}"/>
              </a:ext>
            </a:extLst>
          </p:cNvPr>
          <p:cNvSpPr txBox="1"/>
          <p:nvPr/>
        </p:nvSpPr>
        <p:spPr>
          <a:xfrm>
            <a:off x="2820336" y="3863367"/>
            <a:ext cx="1347950"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17" name="TextBox 24">
            <a:extLst>
              <a:ext uri="{FF2B5EF4-FFF2-40B4-BE49-F238E27FC236}">
                <a16:creationId xmlns:a16="http://schemas.microsoft.com/office/drawing/2014/main" id="{1AC31CA7-2CE4-47A7-94E6-3A9A3E3ACAC8}"/>
              </a:ext>
            </a:extLst>
          </p:cNvPr>
          <p:cNvSpPr txBox="1"/>
          <p:nvPr/>
        </p:nvSpPr>
        <p:spPr>
          <a:xfrm>
            <a:off x="4396799" y="4395032"/>
            <a:ext cx="1324028"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18" name="TextBox 24">
            <a:extLst>
              <a:ext uri="{FF2B5EF4-FFF2-40B4-BE49-F238E27FC236}">
                <a16:creationId xmlns:a16="http://schemas.microsoft.com/office/drawing/2014/main" id="{7AC01B33-1DE7-46BA-A213-475DCAAE8E19}"/>
              </a:ext>
            </a:extLst>
          </p:cNvPr>
          <p:cNvSpPr txBox="1"/>
          <p:nvPr/>
        </p:nvSpPr>
        <p:spPr>
          <a:xfrm>
            <a:off x="5954137" y="4837434"/>
            <a:ext cx="1350000"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19" name="TextBox 24">
            <a:extLst>
              <a:ext uri="{FF2B5EF4-FFF2-40B4-BE49-F238E27FC236}">
                <a16:creationId xmlns:a16="http://schemas.microsoft.com/office/drawing/2014/main" id="{AB6BA0B8-7E2A-4BB5-B1AF-B5957E134EA5}"/>
              </a:ext>
            </a:extLst>
          </p:cNvPr>
          <p:cNvSpPr txBox="1"/>
          <p:nvPr/>
        </p:nvSpPr>
        <p:spPr>
          <a:xfrm>
            <a:off x="5374513" y="2647914"/>
            <a:ext cx="2219126"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N/A</a:t>
            </a:r>
          </a:p>
        </p:txBody>
      </p:sp>
      <p:sp>
        <p:nvSpPr>
          <p:cNvPr id="20" name="TextBox 24">
            <a:extLst>
              <a:ext uri="{FF2B5EF4-FFF2-40B4-BE49-F238E27FC236}">
                <a16:creationId xmlns:a16="http://schemas.microsoft.com/office/drawing/2014/main" id="{EE64690E-850C-45C2-94C2-254AAEBBCBC6}"/>
              </a:ext>
            </a:extLst>
          </p:cNvPr>
          <p:cNvSpPr txBox="1"/>
          <p:nvPr/>
        </p:nvSpPr>
        <p:spPr>
          <a:xfrm>
            <a:off x="6913875" y="3132184"/>
            <a:ext cx="2326741"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N/A</a:t>
            </a:r>
          </a:p>
        </p:txBody>
      </p:sp>
      <p:cxnSp>
        <p:nvCxnSpPr>
          <p:cNvPr id="21" name="Straight Arrow Connector 20">
            <a:extLst>
              <a:ext uri="{FF2B5EF4-FFF2-40B4-BE49-F238E27FC236}">
                <a16:creationId xmlns:a16="http://schemas.microsoft.com/office/drawing/2014/main" id="{87AE7F1B-9202-4714-B0B9-028D0115C597}"/>
              </a:ext>
            </a:extLst>
          </p:cNvPr>
          <p:cNvCxnSpPr/>
          <p:nvPr/>
        </p:nvCxnSpPr>
        <p:spPr>
          <a:xfrm>
            <a:off x="2282530" y="3388419"/>
            <a:ext cx="59031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4">
            <a:extLst>
              <a:ext uri="{FF2B5EF4-FFF2-40B4-BE49-F238E27FC236}">
                <a16:creationId xmlns:a16="http://schemas.microsoft.com/office/drawing/2014/main" id="{A476743B-8394-4D79-AE21-3085C95C51C6}"/>
              </a:ext>
            </a:extLst>
          </p:cNvPr>
          <p:cNvSpPr txBox="1"/>
          <p:nvPr/>
        </p:nvSpPr>
        <p:spPr>
          <a:xfrm>
            <a:off x="1462423" y="3011866"/>
            <a:ext cx="1520758"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xxx</a:t>
            </a:r>
          </a:p>
        </p:txBody>
      </p:sp>
      <p:sp>
        <p:nvSpPr>
          <p:cNvPr id="23" name="Rectangle 22">
            <a:extLst>
              <a:ext uri="{FF2B5EF4-FFF2-40B4-BE49-F238E27FC236}">
                <a16:creationId xmlns:a16="http://schemas.microsoft.com/office/drawing/2014/main" id="{437D3D70-301C-408A-8E91-03B7F1AB8221}"/>
              </a:ext>
            </a:extLst>
          </p:cNvPr>
          <p:cNvSpPr/>
          <p:nvPr/>
        </p:nvSpPr>
        <p:spPr>
          <a:xfrm>
            <a:off x="7641155" y="4427078"/>
            <a:ext cx="1350000" cy="820713"/>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FFFFFF"/>
                </a:solidFill>
                <a:latin typeface="Trebuchet MS" panose="020B0603020202020204" pitchFamily="34" charset="0"/>
              </a:rPr>
              <a:t>xxx</a:t>
            </a:r>
            <a:endPar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endParaRPr>
          </a:p>
        </p:txBody>
      </p:sp>
      <p:cxnSp>
        <p:nvCxnSpPr>
          <p:cNvPr id="24" name="Straight Arrow Connector 5">
            <a:extLst>
              <a:ext uri="{FF2B5EF4-FFF2-40B4-BE49-F238E27FC236}">
                <a16:creationId xmlns:a16="http://schemas.microsoft.com/office/drawing/2014/main" id="{949EF2F3-8E57-4A1F-8595-CBFAE014B94D}"/>
              </a:ext>
            </a:extLst>
          </p:cNvPr>
          <p:cNvCxnSpPr>
            <a:cxnSpLocks/>
            <a:stCxn id="9" idx="3"/>
            <a:endCxn id="23" idx="1"/>
          </p:cNvCxnSpPr>
          <p:nvPr/>
        </p:nvCxnSpPr>
        <p:spPr>
          <a:xfrm>
            <a:off x="7406303" y="4340930"/>
            <a:ext cx="234852" cy="49650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5CE84704-8271-45B3-B476-99B6DC18F381}"/>
              </a:ext>
            </a:extLst>
          </p:cNvPr>
          <p:cNvCxnSpPr>
            <a:cxnSpLocks/>
          </p:cNvCxnSpPr>
          <p:nvPr/>
        </p:nvCxnSpPr>
        <p:spPr>
          <a:xfrm>
            <a:off x="8860667" y="3886399"/>
            <a:ext cx="0" cy="544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CB926A07-E2A9-4B3A-BCAD-281B39B0EDB3}"/>
              </a:ext>
            </a:extLst>
          </p:cNvPr>
          <p:cNvCxnSpPr>
            <a:cxnSpLocks/>
          </p:cNvCxnSpPr>
          <p:nvPr/>
        </p:nvCxnSpPr>
        <p:spPr>
          <a:xfrm flipV="1">
            <a:off x="8879140" y="5241934"/>
            <a:ext cx="0" cy="50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Box 24">
            <a:extLst>
              <a:ext uri="{FF2B5EF4-FFF2-40B4-BE49-F238E27FC236}">
                <a16:creationId xmlns:a16="http://schemas.microsoft.com/office/drawing/2014/main" id="{70D720D4-1C7F-48B3-ADA9-86DD7C520D4F}"/>
              </a:ext>
            </a:extLst>
          </p:cNvPr>
          <p:cNvSpPr txBox="1"/>
          <p:nvPr/>
        </p:nvSpPr>
        <p:spPr>
          <a:xfrm>
            <a:off x="7502364" y="3895246"/>
            <a:ext cx="1448673"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28" name="TextBox 24">
            <a:extLst>
              <a:ext uri="{FF2B5EF4-FFF2-40B4-BE49-F238E27FC236}">
                <a16:creationId xmlns:a16="http://schemas.microsoft.com/office/drawing/2014/main" id="{743A0538-9401-4699-AF72-8CEC182A424E}"/>
              </a:ext>
            </a:extLst>
          </p:cNvPr>
          <p:cNvSpPr txBox="1"/>
          <p:nvPr/>
        </p:nvSpPr>
        <p:spPr>
          <a:xfrm>
            <a:off x="7588973" y="5398245"/>
            <a:ext cx="1350000"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xxx</a:t>
            </a:r>
          </a:p>
        </p:txBody>
      </p:sp>
      <p:sp>
        <p:nvSpPr>
          <p:cNvPr id="29" name="TextBox 24">
            <a:extLst>
              <a:ext uri="{FF2B5EF4-FFF2-40B4-BE49-F238E27FC236}">
                <a16:creationId xmlns:a16="http://schemas.microsoft.com/office/drawing/2014/main" id="{62D97578-4BCF-4C36-8044-BA26AFA8B141}"/>
              </a:ext>
            </a:extLst>
          </p:cNvPr>
          <p:cNvSpPr txBox="1"/>
          <p:nvPr/>
        </p:nvSpPr>
        <p:spPr>
          <a:xfrm>
            <a:off x="8642958" y="3499687"/>
            <a:ext cx="2326741"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Trebuchet MS"/>
              </a:rPr>
              <a:t>N/A</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cxnSp>
        <p:nvCxnSpPr>
          <p:cNvPr id="30" name="Connector: Elbow 29">
            <a:extLst>
              <a:ext uri="{FF2B5EF4-FFF2-40B4-BE49-F238E27FC236}">
                <a16:creationId xmlns:a16="http://schemas.microsoft.com/office/drawing/2014/main" id="{7442A95D-FC31-4B8F-84CB-4DFC140A875F}"/>
              </a:ext>
            </a:extLst>
          </p:cNvPr>
          <p:cNvCxnSpPr>
            <a:cxnSpLocks/>
            <a:stCxn id="23" idx="3"/>
            <a:endCxn id="31" idx="1"/>
          </p:cNvCxnSpPr>
          <p:nvPr/>
        </p:nvCxnSpPr>
        <p:spPr>
          <a:xfrm>
            <a:off x="8991155" y="4837435"/>
            <a:ext cx="225003" cy="45187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31" name="TextBox 24">
            <a:extLst>
              <a:ext uri="{FF2B5EF4-FFF2-40B4-BE49-F238E27FC236}">
                <a16:creationId xmlns:a16="http://schemas.microsoft.com/office/drawing/2014/main" id="{3E9D3942-97C2-43A7-ADD5-A0A52D76C009}"/>
              </a:ext>
            </a:extLst>
          </p:cNvPr>
          <p:cNvSpPr txBox="1"/>
          <p:nvPr/>
        </p:nvSpPr>
        <p:spPr>
          <a:xfrm>
            <a:off x="9216158" y="5150812"/>
            <a:ext cx="1310943"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32" name="TextBox 31">
            <a:extLst>
              <a:ext uri="{FF2B5EF4-FFF2-40B4-BE49-F238E27FC236}">
                <a16:creationId xmlns:a16="http://schemas.microsoft.com/office/drawing/2014/main" id="{5D3782BB-997A-6D03-F3E6-1D5BBD884C1D}"/>
              </a:ext>
            </a:extLst>
          </p:cNvPr>
          <p:cNvSpPr txBox="1"/>
          <p:nvPr/>
        </p:nvSpPr>
        <p:spPr>
          <a:xfrm>
            <a:off x="2579154" y="971563"/>
            <a:ext cx="9266482" cy="31691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ICOR: Manage xx</a:t>
            </a:r>
          </a:p>
        </p:txBody>
      </p:sp>
    </p:spTree>
    <p:extLst>
      <p:ext uri="{BB962C8B-B14F-4D97-AF65-F5344CB8AC3E}">
        <p14:creationId xmlns:p14="http://schemas.microsoft.com/office/powerpoint/2010/main" val="2264416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a:extLst>
              <a:ext uri="{FF2B5EF4-FFF2-40B4-BE49-F238E27FC236}">
                <a16:creationId xmlns:a16="http://schemas.microsoft.com/office/drawing/2014/main" id="{94D115F2-2529-4DFA-BB06-67EEDBD9D1F5}"/>
              </a:ext>
            </a:extLst>
          </p:cNvPr>
          <p:cNvGraphicFramePr>
            <a:graphicFrameLocks noGrp="1"/>
          </p:cNvGraphicFramePr>
          <p:nvPr>
            <p:extLst>
              <p:ext uri="{D42A27DB-BD31-4B8C-83A1-F6EECF244321}">
                <p14:modId xmlns:p14="http://schemas.microsoft.com/office/powerpoint/2010/main" val="749624744"/>
              </p:ext>
            </p:extLst>
          </p:nvPr>
        </p:nvGraphicFramePr>
        <p:xfrm>
          <a:off x="1587" y="993127"/>
          <a:ext cx="12191071" cy="5864331"/>
        </p:xfrm>
        <a:graphic>
          <a:graphicData uri="http://schemas.openxmlformats.org/drawingml/2006/table">
            <a:tbl>
              <a:tblPr firstCol="1" bandRow="1">
                <a:tableStyleId>{5C22544A-7EE6-4342-B048-85BDC9FD1C3A}</a:tableStyleId>
              </a:tblPr>
              <a:tblGrid>
                <a:gridCol w="1598400">
                  <a:extLst>
                    <a:ext uri="{9D8B030D-6E8A-4147-A177-3AD203B41FA5}">
                      <a16:colId xmlns:a16="http://schemas.microsoft.com/office/drawing/2014/main" val="20000"/>
                    </a:ext>
                  </a:extLst>
                </a:gridCol>
                <a:gridCol w="10592671">
                  <a:extLst>
                    <a:ext uri="{9D8B030D-6E8A-4147-A177-3AD203B41FA5}">
                      <a16:colId xmlns:a16="http://schemas.microsoft.com/office/drawing/2014/main" val="20001"/>
                    </a:ext>
                  </a:extLst>
                </a:gridCol>
              </a:tblGrid>
              <a:tr h="1954777">
                <a:tc>
                  <a:txBody>
                    <a:bodyPr/>
                    <a:lstStyle/>
                    <a:p>
                      <a:pPr algn="ctr"/>
                      <a:r>
                        <a:rPr lang="en-GB" sz="1600" dirty="0">
                          <a:latin typeface="Trebuchet MS" panose="020B0603020202020204" pitchFamily="34" charset="0"/>
                        </a:rPr>
                        <a:t>xx</a:t>
                      </a:r>
                    </a:p>
                  </a:txBody>
                  <a:tcPr marL="91416" marR="91416" marT="45714" marB="45714" anchor="ctr">
                    <a:solidFill>
                      <a:srgbClr val="4472C4"/>
                    </a:solidFill>
                  </a:tcPr>
                </a:tc>
                <a:tc>
                  <a:txBody>
                    <a:bodyPr/>
                    <a:lstStyle/>
                    <a:p>
                      <a:endParaRPr lang="en-GB" sz="1800" dirty="0"/>
                    </a:p>
                  </a:txBody>
                  <a:tcPr marL="91416" marR="91416" marT="45714" marB="45714"/>
                </a:tc>
                <a:extLst>
                  <a:ext uri="{0D108BD9-81ED-4DB2-BD59-A6C34878D82A}">
                    <a16:rowId xmlns:a16="http://schemas.microsoft.com/office/drawing/2014/main" val="1394883968"/>
                  </a:ext>
                </a:extLst>
              </a:tr>
              <a:tr h="1954777">
                <a:tc>
                  <a:txBody>
                    <a:bodyPr/>
                    <a:lstStyle/>
                    <a:p>
                      <a:pPr algn="ctr"/>
                      <a:r>
                        <a:rPr lang="en-GB" sz="1600" dirty="0">
                          <a:latin typeface="Trebuchet MS" panose="020B0603020202020204" pitchFamily="34" charset="0"/>
                        </a:rPr>
                        <a:t>xx</a:t>
                      </a:r>
                    </a:p>
                  </a:txBody>
                  <a:tcPr marL="91416" marR="91416" marT="45714" marB="45714" anchor="ctr">
                    <a:solidFill>
                      <a:srgbClr val="4472C4"/>
                    </a:solidFill>
                  </a:tcPr>
                </a:tc>
                <a:tc>
                  <a:txBody>
                    <a:bodyPr/>
                    <a:lstStyle/>
                    <a:p>
                      <a:endParaRPr lang="en-GB" sz="1800" dirty="0"/>
                    </a:p>
                  </a:txBody>
                  <a:tcPr marL="91416" marR="91416" marT="45714" marB="45714"/>
                </a:tc>
                <a:extLst>
                  <a:ext uri="{0D108BD9-81ED-4DB2-BD59-A6C34878D82A}">
                    <a16:rowId xmlns:a16="http://schemas.microsoft.com/office/drawing/2014/main" val="10000"/>
                  </a:ext>
                </a:extLst>
              </a:tr>
              <a:tr h="1954777">
                <a:tc>
                  <a:txBody>
                    <a:bodyPr/>
                    <a:lstStyle/>
                    <a:p>
                      <a:pPr algn="ctr"/>
                      <a:r>
                        <a:rPr lang="en-GB" sz="1600" dirty="0">
                          <a:latin typeface="Trebuchet MS" panose="020B0603020202020204" pitchFamily="34" charset="0"/>
                        </a:rPr>
                        <a:t>cc</a:t>
                      </a:r>
                    </a:p>
                  </a:txBody>
                  <a:tcPr marL="91416" marR="91416" marT="45714" marB="45714" anchor="ctr">
                    <a:solidFill>
                      <a:srgbClr val="4472C4"/>
                    </a:solidFill>
                  </a:tcPr>
                </a:tc>
                <a:tc>
                  <a:txBody>
                    <a:bodyPr/>
                    <a:lstStyle/>
                    <a:p>
                      <a:endParaRPr lang="en-GB" sz="1800" dirty="0"/>
                    </a:p>
                  </a:txBody>
                  <a:tcPr marL="91416" marR="91416" marT="45714" marB="45714"/>
                </a:tc>
                <a:extLst>
                  <a:ext uri="{0D108BD9-81ED-4DB2-BD59-A6C34878D82A}">
                    <a16:rowId xmlns:a16="http://schemas.microsoft.com/office/drawing/2014/main" val="1147309905"/>
                  </a:ext>
                </a:extLst>
              </a:tr>
            </a:tbl>
          </a:graphicData>
        </a:graphic>
      </p:graphicFrame>
      <p:cxnSp>
        <p:nvCxnSpPr>
          <p:cNvPr id="27" name="Straight Connector 26">
            <a:extLst>
              <a:ext uri="{FF2B5EF4-FFF2-40B4-BE49-F238E27FC236}">
                <a16:creationId xmlns:a16="http://schemas.microsoft.com/office/drawing/2014/main" id="{692D5A13-2B7F-49E2-9B19-83C0A5DC6B2A}"/>
              </a:ext>
            </a:extLst>
          </p:cNvPr>
          <p:cNvCxnSpPr/>
          <p:nvPr/>
        </p:nvCxnSpPr>
        <p:spPr>
          <a:xfrm>
            <a:off x="5003612" y="290224"/>
            <a:ext cx="0" cy="6567235"/>
          </a:xfrm>
          <a:prstGeom prst="line">
            <a:avLst/>
          </a:prstGeom>
          <a:ln>
            <a:solidFill>
              <a:srgbClr val="C00000"/>
            </a:solidFill>
            <a:prstDash val="dash"/>
          </a:ln>
        </p:spPr>
        <p:style>
          <a:lnRef idx="1">
            <a:schemeClr val="accent4"/>
          </a:lnRef>
          <a:fillRef idx="0">
            <a:schemeClr val="accent4"/>
          </a:fillRef>
          <a:effectRef idx="0">
            <a:schemeClr val="accent4"/>
          </a:effectRef>
          <a:fontRef idx="minor">
            <a:schemeClr val="tx1"/>
          </a:fontRef>
        </p:style>
      </p:cxnSp>
      <p:sp>
        <p:nvSpPr>
          <p:cNvPr id="28" name="TextBox 29">
            <a:extLst>
              <a:ext uri="{FF2B5EF4-FFF2-40B4-BE49-F238E27FC236}">
                <a16:creationId xmlns:a16="http://schemas.microsoft.com/office/drawing/2014/main" id="{69965B76-06D6-4179-AE15-375B54D960C8}"/>
              </a:ext>
            </a:extLst>
          </p:cNvPr>
          <p:cNvSpPr txBox="1"/>
          <p:nvPr/>
        </p:nvSpPr>
        <p:spPr>
          <a:xfrm>
            <a:off x="3735953" y="658541"/>
            <a:ext cx="1157211" cy="276999"/>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09"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cs typeface="Calibri" panose="020F0502020204030204" pitchFamily="34" charset="0"/>
              </a:rPr>
              <a:t>xx</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cxnSp>
        <p:nvCxnSpPr>
          <p:cNvPr id="30" name="Straight Connector 29">
            <a:extLst>
              <a:ext uri="{FF2B5EF4-FFF2-40B4-BE49-F238E27FC236}">
                <a16:creationId xmlns:a16="http://schemas.microsoft.com/office/drawing/2014/main" id="{817653F8-F8DA-4D8F-9840-188CFFC851AD}"/>
              </a:ext>
            </a:extLst>
          </p:cNvPr>
          <p:cNvCxnSpPr/>
          <p:nvPr/>
        </p:nvCxnSpPr>
        <p:spPr>
          <a:xfrm>
            <a:off x="6587026" y="290224"/>
            <a:ext cx="0" cy="6567235"/>
          </a:xfrm>
          <a:prstGeom prst="line">
            <a:avLst/>
          </a:prstGeom>
          <a:ln>
            <a:solidFill>
              <a:srgbClr val="C00000"/>
            </a:solidFill>
            <a:prstDash val="dash"/>
          </a:ln>
        </p:spPr>
        <p:style>
          <a:lnRef idx="1">
            <a:schemeClr val="accent4"/>
          </a:lnRef>
          <a:fillRef idx="0">
            <a:schemeClr val="accent4"/>
          </a:fillRef>
          <a:effectRef idx="0">
            <a:schemeClr val="accent4"/>
          </a:effectRef>
          <a:fontRef idx="minor">
            <a:schemeClr val="tx1"/>
          </a:fontRef>
        </p:style>
      </p:cxnSp>
      <p:sp>
        <p:nvSpPr>
          <p:cNvPr id="31" name="TextBox 29">
            <a:extLst>
              <a:ext uri="{FF2B5EF4-FFF2-40B4-BE49-F238E27FC236}">
                <a16:creationId xmlns:a16="http://schemas.microsoft.com/office/drawing/2014/main" id="{7544D879-F6F9-46AE-B8D3-8D0D91FD4F7A}"/>
              </a:ext>
            </a:extLst>
          </p:cNvPr>
          <p:cNvSpPr txBox="1"/>
          <p:nvPr/>
        </p:nvSpPr>
        <p:spPr>
          <a:xfrm>
            <a:off x="5337806" y="692489"/>
            <a:ext cx="1157211" cy="276999"/>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09"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cs typeface="Calibri" panose="020F0502020204030204" pitchFamily="34" charset="0"/>
              </a:rPr>
              <a:t>xx</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33" name="TextBox 29">
            <a:extLst>
              <a:ext uri="{FF2B5EF4-FFF2-40B4-BE49-F238E27FC236}">
                <a16:creationId xmlns:a16="http://schemas.microsoft.com/office/drawing/2014/main" id="{3D3E6632-DEDB-4F29-AC72-8DFFD0B99619}"/>
              </a:ext>
            </a:extLst>
          </p:cNvPr>
          <p:cNvSpPr txBox="1"/>
          <p:nvPr/>
        </p:nvSpPr>
        <p:spPr>
          <a:xfrm>
            <a:off x="8538579" y="692489"/>
            <a:ext cx="1157211" cy="276999"/>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09"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cs typeface="Calibri" panose="020F0502020204030204" pitchFamily="34" charset="0"/>
              </a:rPr>
              <a:t>xx</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35" name="Rectangle: Rounded Corners 34">
            <a:extLst>
              <a:ext uri="{FF2B5EF4-FFF2-40B4-BE49-F238E27FC236}">
                <a16:creationId xmlns:a16="http://schemas.microsoft.com/office/drawing/2014/main" id="{989D1F5A-0758-4156-9AD1-989B30FD2287}"/>
              </a:ext>
            </a:extLst>
          </p:cNvPr>
          <p:cNvSpPr/>
          <p:nvPr/>
        </p:nvSpPr>
        <p:spPr>
          <a:xfrm>
            <a:off x="5255319" y="2782495"/>
            <a:ext cx="1080000" cy="2710964"/>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xxx</a:t>
            </a:r>
          </a:p>
        </p:txBody>
      </p:sp>
      <p:sp>
        <p:nvSpPr>
          <p:cNvPr id="38" name="Rectangle: Rounded Corners 37">
            <a:extLst>
              <a:ext uri="{FF2B5EF4-FFF2-40B4-BE49-F238E27FC236}">
                <a16:creationId xmlns:a16="http://schemas.microsoft.com/office/drawing/2014/main" id="{9DF05C81-D87C-44F4-AEC2-CC68A92383D8}"/>
              </a:ext>
            </a:extLst>
          </p:cNvPr>
          <p:cNvSpPr/>
          <p:nvPr/>
        </p:nvSpPr>
        <p:spPr>
          <a:xfrm>
            <a:off x="8422147" y="2782494"/>
            <a:ext cx="1080000" cy="2698980"/>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xxx</a:t>
            </a:r>
          </a:p>
        </p:txBody>
      </p:sp>
      <p:sp>
        <p:nvSpPr>
          <p:cNvPr id="41" name="Oval 40">
            <a:extLst>
              <a:ext uri="{FF2B5EF4-FFF2-40B4-BE49-F238E27FC236}">
                <a16:creationId xmlns:a16="http://schemas.microsoft.com/office/drawing/2014/main" id="{13233AEC-EA32-4952-A726-B20D43378D58}"/>
              </a:ext>
            </a:extLst>
          </p:cNvPr>
          <p:cNvSpPr/>
          <p:nvPr/>
        </p:nvSpPr>
        <p:spPr>
          <a:xfrm>
            <a:off x="1785141" y="1167192"/>
            <a:ext cx="1538166" cy="161530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xxx</a:t>
            </a:r>
          </a:p>
        </p:txBody>
      </p:sp>
      <p:cxnSp>
        <p:nvCxnSpPr>
          <p:cNvPr id="47" name="Connector: Elbow 46">
            <a:extLst>
              <a:ext uri="{FF2B5EF4-FFF2-40B4-BE49-F238E27FC236}">
                <a16:creationId xmlns:a16="http://schemas.microsoft.com/office/drawing/2014/main" id="{F63E2E67-95F1-4976-A00C-FE9B7D64E58D}"/>
              </a:ext>
            </a:extLst>
          </p:cNvPr>
          <p:cNvCxnSpPr>
            <a:cxnSpLocks/>
            <a:endCxn id="35" idx="1"/>
          </p:cNvCxnSpPr>
          <p:nvPr/>
        </p:nvCxnSpPr>
        <p:spPr>
          <a:xfrm rot="16200000" flipH="1">
            <a:off x="3922045" y="2804703"/>
            <a:ext cx="2163134" cy="50341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51" name="TextBox 29">
            <a:extLst>
              <a:ext uri="{FF2B5EF4-FFF2-40B4-BE49-F238E27FC236}">
                <a16:creationId xmlns:a16="http://schemas.microsoft.com/office/drawing/2014/main" id="{820EF27F-E06C-4844-8647-80D8FD468075}"/>
              </a:ext>
            </a:extLst>
          </p:cNvPr>
          <p:cNvSpPr txBox="1"/>
          <p:nvPr/>
        </p:nvSpPr>
        <p:spPr>
          <a:xfrm>
            <a:off x="6891573" y="692489"/>
            <a:ext cx="1157211" cy="276999"/>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09"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cs typeface="Calibri" panose="020F0502020204030204" pitchFamily="34" charset="0"/>
              </a:rPr>
              <a:t>xx</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cxnSp>
        <p:nvCxnSpPr>
          <p:cNvPr id="57" name="Straight Arrow Connector 56">
            <a:extLst>
              <a:ext uri="{FF2B5EF4-FFF2-40B4-BE49-F238E27FC236}">
                <a16:creationId xmlns:a16="http://schemas.microsoft.com/office/drawing/2014/main" id="{1DA130F5-C4E6-4034-B449-E8298F0E527F}"/>
              </a:ext>
            </a:extLst>
          </p:cNvPr>
          <p:cNvCxnSpPr>
            <a:cxnSpLocks/>
          </p:cNvCxnSpPr>
          <p:nvPr/>
        </p:nvCxnSpPr>
        <p:spPr>
          <a:xfrm>
            <a:off x="9502147" y="4183211"/>
            <a:ext cx="12028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TextBox 59">
            <a:extLst>
              <a:ext uri="{FF2B5EF4-FFF2-40B4-BE49-F238E27FC236}">
                <a16:creationId xmlns:a16="http://schemas.microsoft.com/office/drawing/2014/main" id="{7F0C4705-D4E8-4E18-B374-0BE457CC9DEF}"/>
              </a:ext>
            </a:extLst>
          </p:cNvPr>
          <p:cNvSpPr txBox="1"/>
          <p:nvPr/>
        </p:nvSpPr>
        <p:spPr>
          <a:xfrm>
            <a:off x="1658890" y="-6376"/>
            <a:ext cx="9144000" cy="307777"/>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1.1.1 Deployment Chart : Manage xxx</a:t>
            </a:r>
          </a:p>
        </p:txBody>
      </p:sp>
      <p:sp>
        <p:nvSpPr>
          <p:cNvPr id="90" name="TextBox 89">
            <a:extLst>
              <a:ext uri="{FF2B5EF4-FFF2-40B4-BE49-F238E27FC236}">
                <a16:creationId xmlns:a16="http://schemas.microsoft.com/office/drawing/2014/main" id="{ACFF83DC-3E8A-479A-9584-09DA7A047622}"/>
              </a:ext>
            </a:extLst>
          </p:cNvPr>
          <p:cNvSpPr txBox="1"/>
          <p:nvPr/>
        </p:nvSpPr>
        <p:spPr>
          <a:xfrm>
            <a:off x="8390963" y="5445429"/>
            <a:ext cx="1142368" cy="276999"/>
          </a:xfrm>
          <a:prstGeom prst="rect">
            <a:avLst/>
          </a:prstGeom>
          <a:solidFill>
            <a:schemeClr val="bg2">
              <a:lumMod val="9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altLang="en-US" sz="12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xxx</a:t>
            </a:r>
          </a:p>
        </p:txBody>
      </p:sp>
      <p:sp>
        <p:nvSpPr>
          <p:cNvPr id="39" name="Rectangle: Rounded Corners 38">
            <a:extLst>
              <a:ext uri="{FF2B5EF4-FFF2-40B4-BE49-F238E27FC236}">
                <a16:creationId xmlns:a16="http://schemas.microsoft.com/office/drawing/2014/main" id="{1208EA75-DA7A-4356-8ECC-2A240B8FD720}"/>
              </a:ext>
            </a:extLst>
          </p:cNvPr>
          <p:cNvSpPr/>
          <p:nvPr/>
        </p:nvSpPr>
        <p:spPr>
          <a:xfrm>
            <a:off x="6838733" y="2745948"/>
            <a:ext cx="1080000" cy="2747512"/>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xxx</a:t>
            </a:r>
          </a:p>
        </p:txBody>
      </p:sp>
      <p:sp>
        <p:nvSpPr>
          <p:cNvPr id="40" name="Rectangle: Rounded Corners 39">
            <a:extLst>
              <a:ext uri="{FF2B5EF4-FFF2-40B4-BE49-F238E27FC236}">
                <a16:creationId xmlns:a16="http://schemas.microsoft.com/office/drawing/2014/main" id="{D7DD78D3-DB4D-E2C7-ADC0-8854D3B3493B}"/>
              </a:ext>
            </a:extLst>
          </p:cNvPr>
          <p:cNvSpPr/>
          <p:nvPr/>
        </p:nvSpPr>
        <p:spPr>
          <a:xfrm>
            <a:off x="3666284" y="1019683"/>
            <a:ext cx="1080000" cy="2710965"/>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xxx</a:t>
            </a:r>
          </a:p>
        </p:txBody>
      </p:sp>
      <p:sp>
        <p:nvSpPr>
          <p:cNvPr id="88" name="TextBox 87">
            <a:extLst>
              <a:ext uri="{FF2B5EF4-FFF2-40B4-BE49-F238E27FC236}">
                <a16:creationId xmlns:a16="http://schemas.microsoft.com/office/drawing/2014/main" id="{53400C79-B64B-46E7-B8D5-12781BD80B18}"/>
              </a:ext>
            </a:extLst>
          </p:cNvPr>
          <p:cNvSpPr txBox="1"/>
          <p:nvPr/>
        </p:nvSpPr>
        <p:spPr>
          <a:xfrm>
            <a:off x="3635100" y="3701208"/>
            <a:ext cx="1142368" cy="276999"/>
          </a:xfrm>
          <a:prstGeom prst="rect">
            <a:avLst/>
          </a:prstGeom>
          <a:solidFill>
            <a:schemeClr val="bg2">
              <a:lumMod val="9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altLang="en-US" sz="12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xxx</a:t>
            </a:r>
          </a:p>
        </p:txBody>
      </p:sp>
      <p:cxnSp>
        <p:nvCxnSpPr>
          <p:cNvPr id="46" name="Straight Arrow Connector 45">
            <a:extLst>
              <a:ext uri="{FF2B5EF4-FFF2-40B4-BE49-F238E27FC236}">
                <a16:creationId xmlns:a16="http://schemas.microsoft.com/office/drawing/2014/main" id="{0BE155E4-D259-91FA-CFE0-E8CD0CE0349C}"/>
              </a:ext>
            </a:extLst>
          </p:cNvPr>
          <p:cNvCxnSpPr>
            <a:cxnSpLocks/>
          </p:cNvCxnSpPr>
          <p:nvPr/>
        </p:nvCxnSpPr>
        <p:spPr>
          <a:xfrm>
            <a:off x="6356538" y="4183211"/>
            <a:ext cx="484972"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A66078BD-08BB-20B0-A43C-F4064AD47CE6}"/>
              </a:ext>
            </a:extLst>
          </p:cNvPr>
          <p:cNvCxnSpPr>
            <a:cxnSpLocks/>
          </p:cNvCxnSpPr>
          <p:nvPr/>
        </p:nvCxnSpPr>
        <p:spPr>
          <a:xfrm>
            <a:off x="3303566" y="1974843"/>
            <a:ext cx="36833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9" name="TextBox 88">
            <a:extLst>
              <a:ext uri="{FF2B5EF4-FFF2-40B4-BE49-F238E27FC236}">
                <a16:creationId xmlns:a16="http://schemas.microsoft.com/office/drawing/2014/main" id="{7DE6A4AC-E8CB-4201-A76D-46614F0A7EC7}"/>
              </a:ext>
            </a:extLst>
          </p:cNvPr>
          <p:cNvSpPr txBox="1"/>
          <p:nvPr/>
        </p:nvSpPr>
        <p:spPr>
          <a:xfrm>
            <a:off x="6785586" y="5481473"/>
            <a:ext cx="1142368" cy="276999"/>
          </a:xfrm>
          <a:prstGeom prst="rect">
            <a:avLst/>
          </a:prstGeom>
          <a:solidFill>
            <a:schemeClr val="bg2">
              <a:lumMod val="9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altLang="en-US" sz="12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xxx</a:t>
            </a:r>
          </a:p>
        </p:txBody>
      </p:sp>
      <p:cxnSp>
        <p:nvCxnSpPr>
          <p:cNvPr id="49" name="Straight Arrow Connector 48">
            <a:extLst>
              <a:ext uri="{FF2B5EF4-FFF2-40B4-BE49-F238E27FC236}">
                <a16:creationId xmlns:a16="http://schemas.microsoft.com/office/drawing/2014/main" id="{F15938E7-78B6-C4D0-1579-0830E833C6E7}"/>
              </a:ext>
            </a:extLst>
          </p:cNvPr>
          <p:cNvCxnSpPr>
            <a:cxnSpLocks/>
          </p:cNvCxnSpPr>
          <p:nvPr/>
        </p:nvCxnSpPr>
        <p:spPr>
          <a:xfrm>
            <a:off x="7958078" y="4183211"/>
            <a:ext cx="484972"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85134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BB5E6781-7768-4DFD-8356-63D94ACA6C2A}"/>
              </a:ext>
            </a:extLst>
          </p:cNvPr>
          <p:cNvSpPr/>
          <p:nvPr/>
        </p:nvSpPr>
        <p:spPr>
          <a:xfrm>
            <a:off x="3535720" y="3035864"/>
            <a:ext cx="1350000" cy="820713"/>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xxx</a:t>
            </a:r>
          </a:p>
        </p:txBody>
      </p:sp>
      <p:sp>
        <p:nvSpPr>
          <p:cNvPr id="29" name="Rectangle 28">
            <a:extLst>
              <a:ext uri="{FF2B5EF4-FFF2-40B4-BE49-F238E27FC236}">
                <a16:creationId xmlns:a16="http://schemas.microsoft.com/office/drawing/2014/main" id="{29B841FF-A45A-494F-B07F-AB4C97A2E51A}"/>
              </a:ext>
            </a:extLst>
          </p:cNvPr>
          <p:cNvSpPr/>
          <p:nvPr/>
        </p:nvSpPr>
        <p:spPr>
          <a:xfrm>
            <a:off x="5148852" y="3554164"/>
            <a:ext cx="1350000" cy="820713"/>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FFFFFF"/>
                </a:solidFill>
                <a:latin typeface="Trebuchet MS" panose="020B0603020202020204" pitchFamily="34" charset="0"/>
              </a:rPr>
              <a:t>xxx</a:t>
            </a:r>
            <a:endPar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endParaRPr>
          </a:p>
        </p:txBody>
      </p:sp>
      <p:cxnSp>
        <p:nvCxnSpPr>
          <p:cNvPr id="30" name="Connector: Elbow 29">
            <a:extLst>
              <a:ext uri="{FF2B5EF4-FFF2-40B4-BE49-F238E27FC236}">
                <a16:creationId xmlns:a16="http://schemas.microsoft.com/office/drawing/2014/main" id="{2B6DC6EE-9F65-4831-A16F-92CA0098AA6E}"/>
              </a:ext>
            </a:extLst>
          </p:cNvPr>
          <p:cNvCxnSpPr>
            <a:stCxn id="27" idx="3"/>
            <a:endCxn id="29" idx="1"/>
          </p:cNvCxnSpPr>
          <p:nvPr/>
        </p:nvCxnSpPr>
        <p:spPr>
          <a:xfrm>
            <a:off x="4885720" y="3446221"/>
            <a:ext cx="263132" cy="51830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90B261E2-BD35-4305-A3A7-B5D425204581}"/>
              </a:ext>
            </a:extLst>
          </p:cNvPr>
          <p:cNvCxnSpPr/>
          <p:nvPr/>
        </p:nvCxnSpPr>
        <p:spPr>
          <a:xfrm flipV="1">
            <a:off x="4802570" y="3865750"/>
            <a:ext cx="0" cy="50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8E0FFFCE-E08E-4BC1-AA67-8626FF91D4BB}"/>
              </a:ext>
            </a:extLst>
          </p:cNvPr>
          <p:cNvCxnSpPr/>
          <p:nvPr/>
        </p:nvCxnSpPr>
        <p:spPr>
          <a:xfrm>
            <a:off x="4805469" y="2491667"/>
            <a:ext cx="0" cy="544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18ABFDB5-D575-4028-846B-A463F7001CA2}"/>
              </a:ext>
            </a:extLst>
          </p:cNvPr>
          <p:cNvCxnSpPr/>
          <p:nvPr/>
        </p:nvCxnSpPr>
        <p:spPr>
          <a:xfrm flipV="1">
            <a:off x="6357836" y="4371737"/>
            <a:ext cx="0" cy="50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F69A46B9-E54A-433A-8B79-2E89E7658477}"/>
              </a:ext>
            </a:extLst>
          </p:cNvPr>
          <p:cNvCxnSpPr/>
          <p:nvPr/>
        </p:nvCxnSpPr>
        <p:spPr>
          <a:xfrm>
            <a:off x="6371088" y="3016498"/>
            <a:ext cx="0" cy="544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Connector: Elbow 34">
            <a:extLst>
              <a:ext uri="{FF2B5EF4-FFF2-40B4-BE49-F238E27FC236}">
                <a16:creationId xmlns:a16="http://schemas.microsoft.com/office/drawing/2014/main" id="{7DF697D3-7A8A-43E8-9588-F9E3DF5EE9BA}"/>
              </a:ext>
            </a:extLst>
          </p:cNvPr>
          <p:cNvCxnSpPr>
            <a:cxnSpLocks/>
            <a:stCxn id="38" idx="3"/>
            <a:endCxn id="43" idx="1"/>
          </p:cNvCxnSpPr>
          <p:nvPr/>
        </p:nvCxnSpPr>
        <p:spPr>
          <a:xfrm>
            <a:off x="8082163" y="4455008"/>
            <a:ext cx="234137" cy="43124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38" name="Rectangle 37">
            <a:extLst>
              <a:ext uri="{FF2B5EF4-FFF2-40B4-BE49-F238E27FC236}">
                <a16:creationId xmlns:a16="http://schemas.microsoft.com/office/drawing/2014/main" id="{F278B5CD-3BB6-4FFA-AB74-02DC25AF4D39}"/>
              </a:ext>
            </a:extLst>
          </p:cNvPr>
          <p:cNvSpPr/>
          <p:nvPr/>
        </p:nvSpPr>
        <p:spPr>
          <a:xfrm>
            <a:off x="6732163" y="4044651"/>
            <a:ext cx="1350000" cy="820713"/>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xxx</a:t>
            </a:r>
          </a:p>
        </p:txBody>
      </p:sp>
      <p:cxnSp>
        <p:nvCxnSpPr>
          <p:cNvPr id="39" name="Straight Arrow Connector 5">
            <a:extLst>
              <a:ext uri="{FF2B5EF4-FFF2-40B4-BE49-F238E27FC236}">
                <a16:creationId xmlns:a16="http://schemas.microsoft.com/office/drawing/2014/main" id="{7F91D6E6-DCED-49F7-BA8A-B73A0E5CB526}"/>
              </a:ext>
            </a:extLst>
          </p:cNvPr>
          <p:cNvCxnSpPr>
            <a:stCxn id="29" idx="3"/>
            <a:endCxn id="38" idx="1"/>
          </p:cNvCxnSpPr>
          <p:nvPr/>
        </p:nvCxnSpPr>
        <p:spPr>
          <a:xfrm>
            <a:off x="6498852" y="3964521"/>
            <a:ext cx="233311" cy="49048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544190E5-89EE-43E0-9561-3E8A2D43DC0A}"/>
              </a:ext>
            </a:extLst>
          </p:cNvPr>
          <p:cNvCxnSpPr/>
          <p:nvPr/>
        </p:nvCxnSpPr>
        <p:spPr>
          <a:xfrm>
            <a:off x="7951675" y="3503972"/>
            <a:ext cx="0" cy="544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549658F7-25F3-4E4E-B177-2F53FACCE455}"/>
              </a:ext>
            </a:extLst>
          </p:cNvPr>
          <p:cNvCxnSpPr/>
          <p:nvPr/>
        </p:nvCxnSpPr>
        <p:spPr>
          <a:xfrm flipV="1">
            <a:off x="7970148" y="4859507"/>
            <a:ext cx="0" cy="50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Box 24">
            <a:extLst>
              <a:ext uri="{FF2B5EF4-FFF2-40B4-BE49-F238E27FC236}">
                <a16:creationId xmlns:a16="http://schemas.microsoft.com/office/drawing/2014/main" id="{22EB96D5-B45E-462B-ADB8-DB9A47589076}"/>
              </a:ext>
            </a:extLst>
          </p:cNvPr>
          <p:cNvSpPr txBox="1"/>
          <p:nvPr/>
        </p:nvSpPr>
        <p:spPr>
          <a:xfrm>
            <a:off x="4512706" y="2214668"/>
            <a:ext cx="1827506"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N/A</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43" name="TextBox 24">
            <a:extLst>
              <a:ext uri="{FF2B5EF4-FFF2-40B4-BE49-F238E27FC236}">
                <a16:creationId xmlns:a16="http://schemas.microsoft.com/office/drawing/2014/main" id="{245BFC05-FA84-4071-8C31-97BA54ABBF70}"/>
              </a:ext>
            </a:extLst>
          </p:cNvPr>
          <p:cNvSpPr txBox="1"/>
          <p:nvPr/>
        </p:nvSpPr>
        <p:spPr>
          <a:xfrm>
            <a:off x="8316300" y="4747757"/>
            <a:ext cx="1310943"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44" name="TextBox 24">
            <a:extLst>
              <a:ext uri="{FF2B5EF4-FFF2-40B4-BE49-F238E27FC236}">
                <a16:creationId xmlns:a16="http://schemas.microsoft.com/office/drawing/2014/main" id="{B5E28133-2726-45E5-814E-CBD53BFE1ADD}"/>
              </a:ext>
            </a:extLst>
          </p:cNvPr>
          <p:cNvSpPr txBox="1"/>
          <p:nvPr/>
        </p:nvSpPr>
        <p:spPr>
          <a:xfrm>
            <a:off x="6586391" y="3464115"/>
            <a:ext cx="1448673"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45" name="TextBox 24">
            <a:extLst>
              <a:ext uri="{FF2B5EF4-FFF2-40B4-BE49-F238E27FC236}">
                <a16:creationId xmlns:a16="http://schemas.microsoft.com/office/drawing/2014/main" id="{978D9A97-3F59-41AF-8A3A-1844DAB15D65}"/>
              </a:ext>
            </a:extLst>
          </p:cNvPr>
          <p:cNvSpPr txBox="1"/>
          <p:nvPr/>
        </p:nvSpPr>
        <p:spPr>
          <a:xfrm>
            <a:off x="5041200" y="3007952"/>
            <a:ext cx="1351118"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xxx</a:t>
            </a:r>
          </a:p>
        </p:txBody>
      </p:sp>
      <p:sp>
        <p:nvSpPr>
          <p:cNvPr id="46" name="TextBox 24">
            <a:extLst>
              <a:ext uri="{FF2B5EF4-FFF2-40B4-BE49-F238E27FC236}">
                <a16:creationId xmlns:a16="http://schemas.microsoft.com/office/drawing/2014/main" id="{159CCCA0-4920-4835-89CB-3880B2F28FBD}"/>
              </a:ext>
            </a:extLst>
          </p:cNvPr>
          <p:cNvSpPr txBox="1"/>
          <p:nvPr/>
        </p:nvSpPr>
        <p:spPr>
          <a:xfrm>
            <a:off x="3496196" y="3956131"/>
            <a:ext cx="1347950"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47" name="TextBox 24">
            <a:extLst>
              <a:ext uri="{FF2B5EF4-FFF2-40B4-BE49-F238E27FC236}">
                <a16:creationId xmlns:a16="http://schemas.microsoft.com/office/drawing/2014/main" id="{F83EF6C1-A0E8-42E7-84B3-F1A13E57AE40}"/>
              </a:ext>
            </a:extLst>
          </p:cNvPr>
          <p:cNvSpPr txBox="1"/>
          <p:nvPr/>
        </p:nvSpPr>
        <p:spPr>
          <a:xfrm>
            <a:off x="5174824" y="4493749"/>
            <a:ext cx="1324028"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48" name="TextBox 24">
            <a:extLst>
              <a:ext uri="{FF2B5EF4-FFF2-40B4-BE49-F238E27FC236}">
                <a16:creationId xmlns:a16="http://schemas.microsoft.com/office/drawing/2014/main" id="{CE8FA0F5-6A08-4212-831C-A983AE817C9C}"/>
              </a:ext>
            </a:extLst>
          </p:cNvPr>
          <p:cNvSpPr txBox="1"/>
          <p:nvPr/>
        </p:nvSpPr>
        <p:spPr>
          <a:xfrm>
            <a:off x="6684261" y="4997712"/>
            <a:ext cx="1350000"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50" name="TextBox 24">
            <a:extLst>
              <a:ext uri="{FF2B5EF4-FFF2-40B4-BE49-F238E27FC236}">
                <a16:creationId xmlns:a16="http://schemas.microsoft.com/office/drawing/2014/main" id="{DE24F695-8AD2-4106-AD83-B4F23CA070FE}"/>
              </a:ext>
            </a:extLst>
          </p:cNvPr>
          <p:cNvSpPr txBox="1"/>
          <p:nvPr/>
        </p:nvSpPr>
        <p:spPr>
          <a:xfrm>
            <a:off x="5944357" y="2767182"/>
            <a:ext cx="2219126"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N/A</a:t>
            </a:r>
          </a:p>
        </p:txBody>
      </p:sp>
      <p:sp>
        <p:nvSpPr>
          <p:cNvPr id="51" name="TextBox 24">
            <a:extLst>
              <a:ext uri="{FF2B5EF4-FFF2-40B4-BE49-F238E27FC236}">
                <a16:creationId xmlns:a16="http://schemas.microsoft.com/office/drawing/2014/main" id="{5E7B0C6A-96C6-49DB-A209-63F09E81E776}"/>
              </a:ext>
            </a:extLst>
          </p:cNvPr>
          <p:cNvSpPr txBox="1"/>
          <p:nvPr/>
        </p:nvSpPr>
        <p:spPr>
          <a:xfrm>
            <a:off x="7589735" y="3224948"/>
            <a:ext cx="2326741"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Trebuchet MS"/>
              </a:rPr>
              <a:t>N/A</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cxnSp>
        <p:nvCxnSpPr>
          <p:cNvPr id="52" name="Straight Arrow Connector 51">
            <a:extLst>
              <a:ext uri="{FF2B5EF4-FFF2-40B4-BE49-F238E27FC236}">
                <a16:creationId xmlns:a16="http://schemas.microsoft.com/office/drawing/2014/main" id="{8A7B3544-60C0-40CB-9CE3-5881EA336722}"/>
              </a:ext>
            </a:extLst>
          </p:cNvPr>
          <p:cNvCxnSpPr/>
          <p:nvPr/>
        </p:nvCxnSpPr>
        <p:spPr>
          <a:xfrm>
            <a:off x="2945138" y="3481183"/>
            <a:ext cx="59031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TextBox 24">
            <a:extLst>
              <a:ext uri="{FF2B5EF4-FFF2-40B4-BE49-F238E27FC236}">
                <a16:creationId xmlns:a16="http://schemas.microsoft.com/office/drawing/2014/main" id="{ADCA1F1A-7489-4A17-975D-C5F5B870DDC0}"/>
              </a:ext>
            </a:extLst>
          </p:cNvPr>
          <p:cNvSpPr txBox="1"/>
          <p:nvPr/>
        </p:nvSpPr>
        <p:spPr>
          <a:xfrm>
            <a:off x="2014829" y="3120413"/>
            <a:ext cx="1520758"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xxx</a:t>
            </a:r>
          </a:p>
        </p:txBody>
      </p:sp>
      <p:sp>
        <p:nvSpPr>
          <p:cNvPr id="3" name="TextBox 2">
            <a:extLst>
              <a:ext uri="{FF2B5EF4-FFF2-40B4-BE49-F238E27FC236}">
                <a16:creationId xmlns:a16="http://schemas.microsoft.com/office/drawing/2014/main" id="{3823DA78-9AEF-74D4-939A-74FCE78B5D2E}"/>
              </a:ext>
            </a:extLst>
          </p:cNvPr>
          <p:cNvSpPr txBox="1"/>
          <p:nvPr/>
        </p:nvSpPr>
        <p:spPr>
          <a:xfrm>
            <a:off x="2579154" y="971563"/>
            <a:ext cx="9266482" cy="31691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ICOR: Manage xx</a:t>
            </a:r>
          </a:p>
        </p:txBody>
      </p:sp>
    </p:spTree>
    <p:extLst>
      <p:ext uri="{BB962C8B-B14F-4D97-AF65-F5344CB8AC3E}">
        <p14:creationId xmlns:p14="http://schemas.microsoft.com/office/powerpoint/2010/main" val="431826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C7B743-1C09-4B21-844A-1ED2D18AC21A}"/>
              </a:ext>
            </a:extLst>
          </p:cNvPr>
          <p:cNvSpPr/>
          <p:nvPr/>
        </p:nvSpPr>
        <p:spPr>
          <a:xfrm>
            <a:off x="2197253" y="2744320"/>
            <a:ext cx="1350000" cy="820713"/>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xxx</a:t>
            </a:r>
          </a:p>
        </p:txBody>
      </p:sp>
      <p:sp>
        <p:nvSpPr>
          <p:cNvPr id="3" name="Rectangle 2">
            <a:extLst>
              <a:ext uri="{FF2B5EF4-FFF2-40B4-BE49-F238E27FC236}">
                <a16:creationId xmlns:a16="http://schemas.microsoft.com/office/drawing/2014/main" id="{B5F19326-3F16-45C0-8EF2-5112DE7B590A}"/>
              </a:ext>
            </a:extLst>
          </p:cNvPr>
          <p:cNvSpPr/>
          <p:nvPr/>
        </p:nvSpPr>
        <p:spPr>
          <a:xfrm>
            <a:off x="3783881" y="3262620"/>
            <a:ext cx="1350000" cy="820713"/>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FFFFFF"/>
                </a:solidFill>
                <a:latin typeface="Trebuchet MS" panose="020B0603020202020204" pitchFamily="34" charset="0"/>
              </a:rPr>
              <a:t>xxx</a:t>
            </a:r>
            <a:endPar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endParaRPr>
          </a:p>
        </p:txBody>
      </p:sp>
      <p:cxnSp>
        <p:nvCxnSpPr>
          <p:cNvPr id="4" name="Connector: Elbow 3">
            <a:extLst>
              <a:ext uri="{FF2B5EF4-FFF2-40B4-BE49-F238E27FC236}">
                <a16:creationId xmlns:a16="http://schemas.microsoft.com/office/drawing/2014/main" id="{88917566-A444-4BC1-84E2-A53512BAAA09}"/>
              </a:ext>
            </a:extLst>
          </p:cNvPr>
          <p:cNvCxnSpPr>
            <a:cxnSpLocks/>
            <a:stCxn id="2" idx="3"/>
            <a:endCxn id="3" idx="1"/>
          </p:cNvCxnSpPr>
          <p:nvPr/>
        </p:nvCxnSpPr>
        <p:spPr>
          <a:xfrm>
            <a:off x="3547253" y="3154677"/>
            <a:ext cx="236628" cy="51830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a:extLst>
              <a:ext uri="{FF2B5EF4-FFF2-40B4-BE49-F238E27FC236}">
                <a16:creationId xmlns:a16="http://schemas.microsoft.com/office/drawing/2014/main" id="{BB1ED71A-452C-4968-B838-D1935EFC0D1A}"/>
              </a:ext>
            </a:extLst>
          </p:cNvPr>
          <p:cNvCxnSpPr/>
          <p:nvPr/>
        </p:nvCxnSpPr>
        <p:spPr>
          <a:xfrm flipV="1">
            <a:off x="3437599" y="3574206"/>
            <a:ext cx="0" cy="50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ABADB2D3-B808-4E71-9F38-B3D54CC59895}"/>
              </a:ext>
            </a:extLst>
          </p:cNvPr>
          <p:cNvCxnSpPr/>
          <p:nvPr/>
        </p:nvCxnSpPr>
        <p:spPr>
          <a:xfrm>
            <a:off x="3493506" y="2200123"/>
            <a:ext cx="0" cy="544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C426AB84-5BC3-4956-AA09-E8149359BB68}"/>
              </a:ext>
            </a:extLst>
          </p:cNvPr>
          <p:cNvCxnSpPr>
            <a:cxnSpLocks/>
          </p:cNvCxnSpPr>
          <p:nvPr/>
        </p:nvCxnSpPr>
        <p:spPr>
          <a:xfrm flipV="1">
            <a:off x="4999501" y="4095039"/>
            <a:ext cx="0" cy="50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555FD62F-D4C0-44C3-AE04-ECF814C82206}"/>
              </a:ext>
            </a:extLst>
          </p:cNvPr>
          <p:cNvCxnSpPr/>
          <p:nvPr/>
        </p:nvCxnSpPr>
        <p:spPr>
          <a:xfrm>
            <a:off x="5019369" y="2698450"/>
            <a:ext cx="0" cy="544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87886D3D-B0A6-4457-B0D9-D2125157D5B8}"/>
              </a:ext>
            </a:extLst>
          </p:cNvPr>
          <p:cNvSpPr/>
          <p:nvPr/>
        </p:nvSpPr>
        <p:spPr>
          <a:xfrm>
            <a:off x="5367192" y="3731793"/>
            <a:ext cx="1350000" cy="820713"/>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xxx</a:t>
            </a:r>
          </a:p>
        </p:txBody>
      </p:sp>
      <p:cxnSp>
        <p:nvCxnSpPr>
          <p:cNvPr id="10" name="Straight Arrow Connector 5">
            <a:extLst>
              <a:ext uri="{FF2B5EF4-FFF2-40B4-BE49-F238E27FC236}">
                <a16:creationId xmlns:a16="http://schemas.microsoft.com/office/drawing/2014/main" id="{68083029-27D2-472B-BEBD-BF150B4C7604}"/>
              </a:ext>
            </a:extLst>
          </p:cNvPr>
          <p:cNvCxnSpPr>
            <a:cxnSpLocks/>
            <a:endCxn id="9" idx="1"/>
          </p:cNvCxnSpPr>
          <p:nvPr/>
        </p:nvCxnSpPr>
        <p:spPr>
          <a:xfrm>
            <a:off x="5133881" y="3651663"/>
            <a:ext cx="233311" cy="49048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D86EEE2F-3DF7-4BC2-8B67-FD19CFE5D05D}"/>
              </a:ext>
            </a:extLst>
          </p:cNvPr>
          <p:cNvCxnSpPr>
            <a:cxnSpLocks/>
          </p:cNvCxnSpPr>
          <p:nvPr/>
        </p:nvCxnSpPr>
        <p:spPr>
          <a:xfrm>
            <a:off x="6588245" y="3187596"/>
            <a:ext cx="0" cy="544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13C726E2-853D-41F2-B79A-B74ED43D886E}"/>
              </a:ext>
            </a:extLst>
          </p:cNvPr>
          <p:cNvCxnSpPr>
            <a:cxnSpLocks/>
          </p:cNvCxnSpPr>
          <p:nvPr/>
        </p:nvCxnSpPr>
        <p:spPr>
          <a:xfrm flipV="1">
            <a:off x="6606718" y="4543131"/>
            <a:ext cx="0" cy="50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24">
            <a:extLst>
              <a:ext uri="{FF2B5EF4-FFF2-40B4-BE49-F238E27FC236}">
                <a16:creationId xmlns:a16="http://schemas.microsoft.com/office/drawing/2014/main" id="{E95C478B-DE52-4C22-B40F-1EB449027D3D}"/>
              </a:ext>
            </a:extLst>
          </p:cNvPr>
          <p:cNvSpPr txBox="1"/>
          <p:nvPr/>
        </p:nvSpPr>
        <p:spPr>
          <a:xfrm>
            <a:off x="3200743" y="1923124"/>
            <a:ext cx="1827506"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N/A</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14" name="TextBox 24">
            <a:extLst>
              <a:ext uri="{FF2B5EF4-FFF2-40B4-BE49-F238E27FC236}">
                <a16:creationId xmlns:a16="http://schemas.microsoft.com/office/drawing/2014/main" id="{4CBE9F19-F3C4-4E8B-BCAF-B86F58B3C6F4}"/>
              </a:ext>
            </a:extLst>
          </p:cNvPr>
          <p:cNvSpPr txBox="1"/>
          <p:nvPr/>
        </p:nvSpPr>
        <p:spPr>
          <a:xfrm>
            <a:off x="5215689" y="3296573"/>
            <a:ext cx="1448673"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15" name="TextBox 24">
            <a:extLst>
              <a:ext uri="{FF2B5EF4-FFF2-40B4-BE49-F238E27FC236}">
                <a16:creationId xmlns:a16="http://schemas.microsoft.com/office/drawing/2014/main" id="{5C25FFBE-C9FD-477B-BC48-B1E5D63F97DD}"/>
              </a:ext>
            </a:extLst>
          </p:cNvPr>
          <p:cNvSpPr txBox="1"/>
          <p:nvPr/>
        </p:nvSpPr>
        <p:spPr>
          <a:xfrm>
            <a:off x="3672193" y="2710906"/>
            <a:ext cx="1351118"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16" name="TextBox 24">
            <a:extLst>
              <a:ext uri="{FF2B5EF4-FFF2-40B4-BE49-F238E27FC236}">
                <a16:creationId xmlns:a16="http://schemas.microsoft.com/office/drawing/2014/main" id="{9E056829-A27A-4792-BCA7-9F3123BB2CC6}"/>
              </a:ext>
            </a:extLst>
          </p:cNvPr>
          <p:cNvSpPr txBox="1"/>
          <p:nvPr/>
        </p:nvSpPr>
        <p:spPr>
          <a:xfrm>
            <a:off x="2131225" y="3664587"/>
            <a:ext cx="1347950"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17" name="TextBox 24">
            <a:extLst>
              <a:ext uri="{FF2B5EF4-FFF2-40B4-BE49-F238E27FC236}">
                <a16:creationId xmlns:a16="http://schemas.microsoft.com/office/drawing/2014/main" id="{1AC31CA7-2CE4-47A7-94E6-3A9A3E3ACAC8}"/>
              </a:ext>
            </a:extLst>
          </p:cNvPr>
          <p:cNvSpPr txBox="1"/>
          <p:nvPr/>
        </p:nvSpPr>
        <p:spPr>
          <a:xfrm>
            <a:off x="3707688" y="4196252"/>
            <a:ext cx="1324028"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18" name="TextBox 24">
            <a:extLst>
              <a:ext uri="{FF2B5EF4-FFF2-40B4-BE49-F238E27FC236}">
                <a16:creationId xmlns:a16="http://schemas.microsoft.com/office/drawing/2014/main" id="{7AC01B33-1DE7-46BA-A213-475DCAAE8E19}"/>
              </a:ext>
            </a:extLst>
          </p:cNvPr>
          <p:cNvSpPr txBox="1"/>
          <p:nvPr/>
        </p:nvSpPr>
        <p:spPr>
          <a:xfrm>
            <a:off x="5265026" y="4638654"/>
            <a:ext cx="1350000"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19" name="TextBox 24">
            <a:extLst>
              <a:ext uri="{FF2B5EF4-FFF2-40B4-BE49-F238E27FC236}">
                <a16:creationId xmlns:a16="http://schemas.microsoft.com/office/drawing/2014/main" id="{AB6BA0B8-7E2A-4BB5-B1AF-B5957E134EA5}"/>
              </a:ext>
            </a:extLst>
          </p:cNvPr>
          <p:cNvSpPr txBox="1"/>
          <p:nvPr/>
        </p:nvSpPr>
        <p:spPr>
          <a:xfrm>
            <a:off x="4685402" y="2449134"/>
            <a:ext cx="2219126"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N/A</a:t>
            </a:r>
          </a:p>
        </p:txBody>
      </p:sp>
      <p:sp>
        <p:nvSpPr>
          <p:cNvPr id="20" name="TextBox 24">
            <a:extLst>
              <a:ext uri="{FF2B5EF4-FFF2-40B4-BE49-F238E27FC236}">
                <a16:creationId xmlns:a16="http://schemas.microsoft.com/office/drawing/2014/main" id="{EE64690E-850C-45C2-94C2-254AAEBBCBC6}"/>
              </a:ext>
            </a:extLst>
          </p:cNvPr>
          <p:cNvSpPr txBox="1"/>
          <p:nvPr/>
        </p:nvSpPr>
        <p:spPr>
          <a:xfrm>
            <a:off x="6224764" y="2933404"/>
            <a:ext cx="2326741"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N/A</a:t>
            </a:r>
          </a:p>
        </p:txBody>
      </p:sp>
      <p:cxnSp>
        <p:nvCxnSpPr>
          <p:cNvPr id="21" name="Straight Arrow Connector 20">
            <a:extLst>
              <a:ext uri="{FF2B5EF4-FFF2-40B4-BE49-F238E27FC236}">
                <a16:creationId xmlns:a16="http://schemas.microsoft.com/office/drawing/2014/main" id="{87AE7F1B-9202-4714-B0B9-028D0115C597}"/>
              </a:ext>
            </a:extLst>
          </p:cNvPr>
          <p:cNvCxnSpPr/>
          <p:nvPr/>
        </p:nvCxnSpPr>
        <p:spPr>
          <a:xfrm>
            <a:off x="1593419" y="3189639"/>
            <a:ext cx="59031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4">
            <a:extLst>
              <a:ext uri="{FF2B5EF4-FFF2-40B4-BE49-F238E27FC236}">
                <a16:creationId xmlns:a16="http://schemas.microsoft.com/office/drawing/2014/main" id="{A476743B-8394-4D79-AE21-3085C95C51C6}"/>
              </a:ext>
            </a:extLst>
          </p:cNvPr>
          <p:cNvSpPr txBox="1"/>
          <p:nvPr/>
        </p:nvSpPr>
        <p:spPr>
          <a:xfrm>
            <a:off x="1026656" y="2843392"/>
            <a:ext cx="1520758"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xxx</a:t>
            </a:r>
          </a:p>
        </p:txBody>
      </p:sp>
      <p:sp>
        <p:nvSpPr>
          <p:cNvPr id="23" name="Rectangle 22">
            <a:extLst>
              <a:ext uri="{FF2B5EF4-FFF2-40B4-BE49-F238E27FC236}">
                <a16:creationId xmlns:a16="http://schemas.microsoft.com/office/drawing/2014/main" id="{437D3D70-301C-408A-8E91-03B7F1AB8221}"/>
              </a:ext>
            </a:extLst>
          </p:cNvPr>
          <p:cNvSpPr/>
          <p:nvPr/>
        </p:nvSpPr>
        <p:spPr>
          <a:xfrm>
            <a:off x="6952044" y="4228298"/>
            <a:ext cx="1350000" cy="820713"/>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FFFFFF"/>
                </a:solidFill>
                <a:latin typeface="Trebuchet MS" panose="020B0603020202020204" pitchFamily="34" charset="0"/>
              </a:rPr>
              <a:t>xxx</a:t>
            </a:r>
            <a:endPar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endParaRPr>
          </a:p>
        </p:txBody>
      </p:sp>
      <p:cxnSp>
        <p:nvCxnSpPr>
          <p:cNvPr id="24" name="Straight Arrow Connector 5">
            <a:extLst>
              <a:ext uri="{FF2B5EF4-FFF2-40B4-BE49-F238E27FC236}">
                <a16:creationId xmlns:a16="http://schemas.microsoft.com/office/drawing/2014/main" id="{949EF2F3-8E57-4A1F-8595-CBFAE014B94D}"/>
              </a:ext>
            </a:extLst>
          </p:cNvPr>
          <p:cNvCxnSpPr>
            <a:cxnSpLocks/>
            <a:stCxn id="9" idx="3"/>
            <a:endCxn id="23" idx="1"/>
          </p:cNvCxnSpPr>
          <p:nvPr/>
        </p:nvCxnSpPr>
        <p:spPr>
          <a:xfrm>
            <a:off x="6717192" y="4142150"/>
            <a:ext cx="234852" cy="49650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5CE84704-8271-45B3-B476-99B6DC18F381}"/>
              </a:ext>
            </a:extLst>
          </p:cNvPr>
          <p:cNvCxnSpPr>
            <a:cxnSpLocks/>
          </p:cNvCxnSpPr>
          <p:nvPr/>
        </p:nvCxnSpPr>
        <p:spPr>
          <a:xfrm>
            <a:off x="8171556" y="3687619"/>
            <a:ext cx="0" cy="544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CB926A07-E2A9-4B3A-BCAD-281B39B0EDB3}"/>
              </a:ext>
            </a:extLst>
          </p:cNvPr>
          <p:cNvCxnSpPr>
            <a:cxnSpLocks/>
          </p:cNvCxnSpPr>
          <p:nvPr/>
        </p:nvCxnSpPr>
        <p:spPr>
          <a:xfrm flipV="1">
            <a:off x="8190029" y="5043154"/>
            <a:ext cx="0" cy="50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Box 24">
            <a:extLst>
              <a:ext uri="{FF2B5EF4-FFF2-40B4-BE49-F238E27FC236}">
                <a16:creationId xmlns:a16="http://schemas.microsoft.com/office/drawing/2014/main" id="{70D720D4-1C7F-48B3-ADA9-86DD7C520D4F}"/>
              </a:ext>
            </a:extLst>
          </p:cNvPr>
          <p:cNvSpPr txBox="1"/>
          <p:nvPr/>
        </p:nvSpPr>
        <p:spPr>
          <a:xfrm>
            <a:off x="6813253" y="3696466"/>
            <a:ext cx="1448673"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28" name="TextBox 24">
            <a:extLst>
              <a:ext uri="{FF2B5EF4-FFF2-40B4-BE49-F238E27FC236}">
                <a16:creationId xmlns:a16="http://schemas.microsoft.com/office/drawing/2014/main" id="{743A0538-9401-4699-AF72-8CEC182A424E}"/>
              </a:ext>
            </a:extLst>
          </p:cNvPr>
          <p:cNvSpPr txBox="1"/>
          <p:nvPr/>
        </p:nvSpPr>
        <p:spPr>
          <a:xfrm>
            <a:off x="6899862" y="5199465"/>
            <a:ext cx="1350000"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xxx</a:t>
            </a:r>
          </a:p>
        </p:txBody>
      </p:sp>
      <p:sp>
        <p:nvSpPr>
          <p:cNvPr id="29" name="TextBox 24">
            <a:extLst>
              <a:ext uri="{FF2B5EF4-FFF2-40B4-BE49-F238E27FC236}">
                <a16:creationId xmlns:a16="http://schemas.microsoft.com/office/drawing/2014/main" id="{62D97578-4BCF-4C36-8044-BA26AFA8B141}"/>
              </a:ext>
            </a:extLst>
          </p:cNvPr>
          <p:cNvSpPr txBox="1"/>
          <p:nvPr/>
        </p:nvSpPr>
        <p:spPr>
          <a:xfrm>
            <a:off x="7953847" y="3300907"/>
            <a:ext cx="2326741"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Trebuchet MS"/>
              </a:rPr>
              <a:t>N/A</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34" name="Rectangle 33">
            <a:extLst>
              <a:ext uri="{FF2B5EF4-FFF2-40B4-BE49-F238E27FC236}">
                <a16:creationId xmlns:a16="http://schemas.microsoft.com/office/drawing/2014/main" id="{CEBF3CB2-2BAB-4217-BFFC-7CCD103F1316}"/>
              </a:ext>
            </a:extLst>
          </p:cNvPr>
          <p:cNvSpPr/>
          <p:nvPr/>
        </p:nvSpPr>
        <p:spPr>
          <a:xfrm>
            <a:off x="8518260" y="4768077"/>
            <a:ext cx="1350000" cy="820713"/>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FFFFFF"/>
                </a:solidFill>
                <a:latin typeface="Trebuchet MS" panose="020B0603020202020204" pitchFamily="34" charset="0"/>
              </a:rPr>
              <a:t>xxx</a:t>
            </a:r>
            <a:endPar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endParaRPr>
          </a:p>
        </p:txBody>
      </p:sp>
      <p:cxnSp>
        <p:nvCxnSpPr>
          <p:cNvPr id="35" name="Straight Arrow Connector 5">
            <a:extLst>
              <a:ext uri="{FF2B5EF4-FFF2-40B4-BE49-F238E27FC236}">
                <a16:creationId xmlns:a16="http://schemas.microsoft.com/office/drawing/2014/main" id="{76E817E2-169E-44C2-BF56-A467F1BD45D6}"/>
              </a:ext>
            </a:extLst>
          </p:cNvPr>
          <p:cNvCxnSpPr>
            <a:cxnSpLocks/>
            <a:stCxn id="23" idx="3"/>
            <a:endCxn id="34" idx="1"/>
          </p:cNvCxnSpPr>
          <p:nvPr/>
        </p:nvCxnSpPr>
        <p:spPr>
          <a:xfrm>
            <a:off x="8302044" y="4638655"/>
            <a:ext cx="216216" cy="53977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C00DFA64-4658-4669-B8C2-8000940CB90A}"/>
              </a:ext>
            </a:extLst>
          </p:cNvPr>
          <p:cNvCxnSpPr>
            <a:cxnSpLocks/>
          </p:cNvCxnSpPr>
          <p:nvPr/>
        </p:nvCxnSpPr>
        <p:spPr>
          <a:xfrm>
            <a:off x="9737772" y="4227398"/>
            <a:ext cx="0" cy="544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2122FF46-5417-43AF-B0F1-D064C8DFA919}"/>
              </a:ext>
            </a:extLst>
          </p:cNvPr>
          <p:cNvCxnSpPr>
            <a:cxnSpLocks/>
          </p:cNvCxnSpPr>
          <p:nvPr/>
        </p:nvCxnSpPr>
        <p:spPr>
          <a:xfrm flipV="1">
            <a:off x="9756245" y="5582933"/>
            <a:ext cx="0" cy="50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24">
            <a:extLst>
              <a:ext uri="{FF2B5EF4-FFF2-40B4-BE49-F238E27FC236}">
                <a16:creationId xmlns:a16="http://schemas.microsoft.com/office/drawing/2014/main" id="{BC2E3A3C-559A-441D-99B9-5B661E2D45AF}"/>
              </a:ext>
            </a:extLst>
          </p:cNvPr>
          <p:cNvSpPr txBox="1"/>
          <p:nvPr/>
        </p:nvSpPr>
        <p:spPr>
          <a:xfrm>
            <a:off x="8466078" y="5739244"/>
            <a:ext cx="1350000"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xxx</a:t>
            </a:r>
          </a:p>
        </p:txBody>
      </p:sp>
      <p:cxnSp>
        <p:nvCxnSpPr>
          <p:cNvPr id="40" name="Connector: Elbow 39">
            <a:extLst>
              <a:ext uri="{FF2B5EF4-FFF2-40B4-BE49-F238E27FC236}">
                <a16:creationId xmlns:a16="http://schemas.microsoft.com/office/drawing/2014/main" id="{BDB9B5A5-0D2F-4282-BF38-834A8D01C524}"/>
              </a:ext>
            </a:extLst>
          </p:cNvPr>
          <p:cNvCxnSpPr>
            <a:cxnSpLocks/>
            <a:stCxn id="34" idx="3"/>
            <a:endCxn id="41" idx="1"/>
          </p:cNvCxnSpPr>
          <p:nvPr/>
        </p:nvCxnSpPr>
        <p:spPr>
          <a:xfrm>
            <a:off x="9868260" y="5178434"/>
            <a:ext cx="248408" cy="46303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41" name="TextBox 24">
            <a:extLst>
              <a:ext uri="{FF2B5EF4-FFF2-40B4-BE49-F238E27FC236}">
                <a16:creationId xmlns:a16="http://schemas.microsoft.com/office/drawing/2014/main" id="{81D1434A-95BB-4215-AB99-26F8A8655510}"/>
              </a:ext>
            </a:extLst>
          </p:cNvPr>
          <p:cNvSpPr txBox="1"/>
          <p:nvPr/>
        </p:nvSpPr>
        <p:spPr>
          <a:xfrm>
            <a:off x="10116668" y="5502968"/>
            <a:ext cx="1310943"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Trebuchet MS"/>
                <a:ea typeface="+mn-ea"/>
                <a:cs typeface="+mn-cs"/>
              </a:rPr>
              <a:t>xxx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30" name="TextBox 29">
            <a:extLst>
              <a:ext uri="{FF2B5EF4-FFF2-40B4-BE49-F238E27FC236}">
                <a16:creationId xmlns:a16="http://schemas.microsoft.com/office/drawing/2014/main" id="{46AC0EC0-CCF9-82CA-122F-94BA6C037047}"/>
              </a:ext>
            </a:extLst>
          </p:cNvPr>
          <p:cNvSpPr txBox="1"/>
          <p:nvPr/>
        </p:nvSpPr>
        <p:spPr>
          <a:xfrm>
            <a:off x="2579154" y="971563"/>
            <a:ext cx="9266482" cy="31691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ICOR: Manage xx</a:t>
            </a:r>
          </a:p>
        </p:txBody>
      </p:sp>
    </p:spTree>
    <p:extLst>
      <p:ext uri="{BB962C8B-B14F-4D97-AF65-F5344CB8AC3E}">
        <p14:creationId xmlns:p14="http://schemas.microsoft.com/office/powerpoint/2010/main" val="2119233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73B3CE5-718C-47A8-AFFD-83ED24B65F89}"/>
              </a:ext>
            </a:extLst>
          </p:cNvPr>
          <p:cNvGraphicFramePr>
            <a:graphicFrameLocks noGrp="1"/>
          </p:cNvGraphicFramePr>
          <p:nvPr>
            <p:extLst>
              <p:ext uri="{D42A27DB-BD31-4B8C-83A1-F6EECF244321}">
                <p14:modId xmlns:p14="http://schemas.microsoft.com/office/powerpoint/2010/main" val="3579083823"/>
              </p:ext>
            </p:extLst>
          </p:nvPr>
        </p:nvGraphicFramePr>
        <p:xfrm>
          <a:off x="1587" y="993127"/>
          <a:ext cx="12188826" cy="5875819"/>
        </p:xfrm>
        <a:graphic>
          <a:graphicData uri="http://schemas.openxmlformats.org/drawingml/2006/table">
            <a:tbl>
              <a:tblPr firstCol="1" bandRow="1">
                <a:tableStyleId>{5C22544A-7EE6-4342-B048-85BDC9FD1C3A}</a:tableStyleId>
              </a:tblPr>
              <a:tblGrid>
                <a:gridCol w="1596155">
                  <a:extLst>
                    <a:ext uri="{9D8B030D-6E8A-4147-A177-3AD203B41FA5}">
                      <a16:colId xmlns:a16="http://schemas.microsoft.com/office/drawing/2014/main" val="20000"/>
                    </a:ext>
                  </a:extLst>
                </a:gridCol>
                <a:gridCol w="10592671">
                  <a:extLst>
                    <a:ext uri="{9D8B030D-6E8A-4147-A177-3AD203B41FA5}">
                      <a16:colId xmlns:a16="http://schemas.microsoft.com/office/drawing/2014/main" val="20001"/>
                    </a:ext>
                  </a:extLst>
                </a:gridCol>
              </a:tblGrid>
              <a:tr h="2800274">
                <a:tc>
                  <a:txBody>
                    <a:bodyPr/>
                    <a:lstStyle/>
                    <a:p>
                      <a:pPr algn="ctr"/>
                      <a:r>
                        <a:rPr lang="en-GB" sz="1600" dirty="0">
                          <a:latin typeface="Trebuchet MS" panose="020B0603020202020204" pitchFamily="34" charset="0"/>
                        </a:rPr>
                        <a:t>xx</a:t>
                      </a:r>
                    </a:p>
                  </a:txBody>
                  <a:tcPr marL="91416" marR="91416" marT="45714" marB="45714" anchor="ctr">
                    <a:solidFill>
                      <a:srgbClr val="4472C4"/>
                    </a:solidFill>
                  </a:tcPr>
                </a:tc>
                <a:tc>
                  <a:txBody>
                    <a:bodyPr/>
                    <a:lstStyle/>
                    <a:p>
                      <a:endParaRPr lang="en-GB" sz="1800" dirty="0"/>
                    </a:p>
                  </a:txBody>
                  <a:tcPr marL="91416" marR="91416" marT="45714" marB="45714"/>
                </a:tc>
                <a:extLst>
                  <a:ext uri="{0D108BD9-81ED-4DB2-BD59-A6C34878D82A}">
                    <a16:rowId xmlns:a16="http://schemas.microsoft.com/office/drawing/2014/main" val="1394883968"/>
                  </a:ext>
                </a:extLst>
              </a:tr>
              <a:tr h="30755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Trebuchet MS" panose="020B0603020202020204" pitchFamily="34" charset="0"/>
                        </a:rPr>
                        <a:t>xxx</a:t>
                      </a:r>
                    </a:p>
                  </a:txBody>
                  <a:tcPr marL="91416" marR="91416" marT="45714" marB="45714" anchor="ctr">
                    <a:solidFill>
                      <a:srgbClr val="4472C4"/>
                    </a:solidFill>
                  </a:tcPr>
                </a:tc>
                <a:tc>
                  <a:txBody>
                    <a:bodyPr/>
                    <a:lstStyle/>
                    <a:p>
                      <a:endParaRPr lang="en-GB" sz="1800" dirty="0"/>
                    </a:p>
                  </a:txBody>
                  <a:tcPr marL="91416" marR="91416" marT="45714" marB="45714"/>
                </a:tc>
                <a:extLst>
                  <a:ext uri="{0D108BD9-81ED-4DB2-BD59-A6C34878D82A}">
                    <a16:rowId xmlns:a16="http://schemas.microsoft.com/office/drawing/2014/main" val="10000"/>
                  </a:ext>
                </a:extLst>
              </a:tr>
            </a:tbl>
          </a:graphicData>
        </a:graphic>
      </p:graphicFrame>
      <p:sp>
        <p:nvSpPr>
          <p:cNvPr id="3" name="Oval 2">
            <a:extLst>
              <a:ext uri="{FF2B5EF4-FFF2-40B4-BE49-F238E27FC236}">
                <a16:creationId xmlns:a16="http://schemas.microsoft.com/office/drawing/2014/main" id="{B1B43AAE-D1AE-4F8B-849B-F13533CE4C0E}"/>
              </a:ext>
            </a:extLst>
          </p:cNvPr>
          <p:cNvSpPr/>
          <p:nvPr/>
        </p:nvSpPr>
        <p:spPr>
          <a:xfrm>
            <a:off x="10479540" y="1274059"/>
            <a:ext cx="1439194" cy="138275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xxx</a:t>
            </a:r>
          </a:p>
        </p:txBody>
      </p:sp>
      <p:cxnSp>
        <p:nvCxnSpPr>
          <p:cNvPr id="4" name="Connector: Elbow 3">
            <a:extLst>
              <a:ext uri="{FF2B5EF4-FFF2-40B4-BE49-F238E27FC236}">
                <a16:creationId xmlns:a16="http://schemas.microsoft.com/office/drawing/2014/main" id="{C21C6FB5-CE6E-42ED-97AE-D49B8C2A1321}"/>
              </a:ext>
            </a:extLst>
          </p:cNvPr>
          <p:cNvCxnSpPr>
            <a:cxnSpLocks/>
            <a:stCxn id="5" idx="6"/>
          </p:cNvCxnSpPr>
          <p:nvPr/>
        </p:nvCxnSpPr>
        <p:spPr>
          <a:xfrm>
            <a:off x="2870646" y="1477024"/>
            <a:ext cx="109862"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 name="Oval 4">
            <a:extLst>
              <a:ext uri="{FF2B5EF4-FFF2-40B4-BE49-F238E27FC236}">
                <a16:creationId xmlns:a16="http://schemas.microsoft.com/office/drawing/2014/main" id="{763A6676-C3F0-4050-B720-3D2B4BCC6EBB}"/>
              </a:ext>
            </a:extLst>
          </p:cNvPr>
          <p:cNvSpPr/>
          <p:nvPr/>
        </p:nvSpPr>
        <p:spPr>
          <a:xfrm>
            <a:off x="1629085" y="857617"/>
            <a:ext cx="1241561" cy="123881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cxnSp>
        <p:nvCxnSpPr>
          <p:cNvPr id="6" name="Connector: Elbow 39">
            <a:extLst>
              <a:ext uri="{FF2B5EF4-FFF2-40B4-BE49-F238E27FC236}">
                <a16:creationId xmlns:a16="http://schemas.microsoft.com/office/drawing/2014/main" id="{73F7D909-9ED4-4CB4-8F3E-3C25EAE2CF63}"/>
              </a:ext>
            </a:extLst>
          </p:cNvPr>
          <p:cNvCxnSpPr>
            <a:cxnSpLocks/>
            <a:stCxn id="11" idx="3"/>
            <a:endCxn id="3" idx="2"/>
          </p:cNvCxnSpPr>
          <p:nvPr/>
        </p:nvCxnSpPr>
        <p:spPr>
          <a:xfrm flipV="1">
            <a:off x="10140712" y="1965436"/>
            <a:ext cx="338828" cy="389943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0" name="Rectangle: Rounded Corners 9">
            <a:extLst>
              <a:ext uri="{FF2B5EF4-FFF2-40B4-BE49-F238E27FC236}">
                <a16:creationId xmlns:a16="http://schemas.microsoft.com/office/drawing/2014/main" id="{34D66D9E-BA2E-4649-A789-D362C8BEC567}"/>
              </a:ext>
            </a:extLst>
          </p:cNvPr>
          <p:cNvSpPr/>
          <p:nvPr/>
        </p:nvSpPr>
        <p:spPr>
          <a:xfrm>
            <a:off x="7670745" y="3432540"/>
            <a:ext cx="1080000" cy="1951819"/>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sp>
        <p:nvSpPr>
          <p:cNvPr id="11" name="Rectangle: Rounded Corners 10">
            <a:extLst>
              <a:ext uri="{FF2B5EF4-FFF2-40B4-BE49-F238E27FC236}">
                <a16:creationId xmlns:a16="http://schemas.microsoft.com/office/drawing/2014/main" id="{A51A51DE-3B73-487A-80AF-0CF09B10A6BA}"/>
              </a:ext>
            </a:extLst>
          </p:cNvPr>
          <p:cNvSpPr/>
          <p:nvPr/>
        </p:nvSpPr>
        <p:spPr>
          <a:xfrm>
            <a:off x="9060712" y="4888963"/>
            <a:ext cx="1080000" cy="1951819"/>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cxnSp>
        <p:nvCxnSpPr>
          <p:cNvPr id="12" name="Connector: Elbow 11">
            <a:extLst>
              <a:ext uri="{FF2B5EF4-FFF2-40B4-BE49-F238E27FC236}">
                <a16:creationId xmlns:a16="http://schemas.microsoft.com/office/drawing/2014/main" id="{988631A8-A491-4FF2-BDD5-0DFB138B85FF}"/>
              </a:ext>
            </a:extLst>
          </p:cNvPr>
          <p:cNvCxnSpPr>
            <a:cxnSpLocks/>
            <a:stCxn id="10" idx="3"/>
            <a:endCxn id="11" idx="1"/>
          </p:cNvCxnSpPr>
          <p:nvPr/>
        </p:nvCxnSpPr>
        <p:spPr>
          <a:xfrm>
            <a:off x="8750745" y="4408450"/>
            <a:ext cx="309967" cy="145642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3" name="Connector: Elbow 12">
            <a:extLst>
              <a:ext uri="{FF2B5EF4-FFF2-40B4-BE49-F238E27FC236}">
                <a16:creationId xmlns:a16="http://schemas.microsoft.com/office/drawing/2014/main" id="{F8D2396D-5BBB-4C18-A12F-60D027EDBBE9}"/>
              </a:ext>
            </a:extLst>
          </p:cNvPr>
          <p:cNvCxnSpPr>
            <a:cxnSpLocks/>
          </p:cNvCxnSpPr>
          <p:nvPr/>
        </p:nvCxnSpPr>
        <p:spPr>
          <a:xfrm>
            <a:off x="4060508" y="1477025"/>
            <a:ext cx="440052" cy="338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4" name="Connector: Elbow 13">
            <a:extLst>
              <a:ext uri="{FF2B5EF4-FFF2-40B4-BE49-F238E27FC236}">
                <a16:creationId xmlns:a16="http://schemas.microsoft.com/office/drawing/2014/main" id="{FD8A4D43-5EC5-4A78-82FD-0D7E11D57947}"/>
              </a:ext>
            </a:extLst>
          </p:cNvPr>
          <p:cNvCxnSpPr>
            <a:cxnSpLocks/>
            <a:stCxn id="16" idx="3"/>
            <a:endCxn id="10" idx="1"/>
          </p:cNvCxnSpPr>
          <p:nvPr/>
        </p:nvCxnSpPr>
        <p:spPr>
          <a:xfrm>
            <a:off x="7464445" y="2925670"/>
            <a:ext cx="206300" cy="148278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C95C6876-22A1-4F94-902E-2955FB1ED2E7}"/>
              </a:ext>
            </a:extLst>
          </p:cNvPr>
          <p:cNvSpPr txBox="1"/>
          <p:nvPr/>
        </p:nvSpPr>
        <p:spPr>
          <a:xfrm>
            <a:off x="3118506" y="696720"/>
            <a:ext cx="817627" cy="276999"/>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a:rPr>
              <a:t>xx</a:t>
            </a:r>
            <a:endParaRPr kumimoji="0" lang="en-GB" sz="1200" b="0" i="0" u="none" strike="noStrike" kern="1200" cap="none" spc="0" normalizeH="0" baseline="0" noProof="0" dirty="0">
              <a:ln>
                <a:noFill/>
              </a:ln>
              <a:solidFill>
                <a:srgbClr val="000000"/>
              </a:solidFill>
              <a:effectLst/>
              <a:uLnTx/>
              <a:uFillTx/>
              <a:latin typeface="Calibri"/>
              <a:ea typeface="+mn-ea"/>
              <a:cs typeface="+mn-cs"/>
            </a:endParaRPr>
          </a:p>
        </p:txBody>
      </p:sp>
      <p:cxnSp>
        <p:nvCxnSpPr>
          <p:cNvPr id="19" name="Straight Connector 18">
            <a:extLst>
              <a:ext uri="{FF2B5EF4-FFF2-40B4-BE49-F238E27FC236}">
                <a16:creationId xmlns:a16="http://schemas.microsoft.com/office/drawing/2014/main" id="{E2BB9DC2-5FC1-46C3-B7BB-809DD8F5D897}"/>
              </a:ext>
            </a:extLst>
          </p:cNvPr>
          <p:cNvCxnSpPr/>
          <p:nvPr/>
        </p:nvCxnSpPr>
        <p:spPr>
          <a:xfrm>
            <a:off x="4259307" y="290765"/>
            <a:ext cx="0" cy="6567235"/>
          </a:xfrm>
          <a:prstGeom prst="line">
            <a:avLst/>
          </a:prstGeom>
          <a:ln>
            <a:solidFill>
              <a:srgbClr val="C00000"/>
            </a:solidFill>
            <a:prstDash val="dash"/>
          </a:ln>
        </p:spPr>
        <p:style>
          <a:lnRef idx="1">
            <a:schemeClr val="accent4"/>
          </a:lnRef>
          <a:fillRef idx="0">
            <a:schemeClr val="accent4"/>
          </a:fillRef>
          <a:effectRef idx="0">
            <a:schemeClr val="accent4"/>
          </a:effectRef>
          <a:fontRef idx="minor">
            <a:schemeClr val="tx1"/>
          </a:fontRef>
        </p:style>
      </p:cxnSp>
      <p:cxnSp>
        <p:nvCxnSpPr>
          <p:cNvPr id="20" name="Straight Connector 19">
            <a:extLst>
              <a:ext uri="{FF2B5EF4-FFF2-40B4-BE49-F238E27FC236}">
                <a16:creationId xmlns:a16="http://schemas.microsoft.com/office/drawing/2014/main" id="{25ED081A-7913-4DD8-BCDA-7A97741BECF2}"/>
              </a:ext>
            </a:extLst>
          </p:cNvPr>
          <p:cNvCxnSpPr/>
          <p:nvPr/>
        </p:nvCxnSpPr>
        <p:spPr>
          <a:xfrm>
            <a:off x="5804733" y="381672"/>
            <a:ext cx="0" cy="6567235"/>
          </a:xfrm>
          <a:prstGeom prst="line">
            <a:avLst/>
          </a:prstGeom>
          <a:ln>
            <a:solidFill>
              <a:srgbClr val="C00000"/>
            </a:solidFill>
            <a:prstDash val="dash"/>
          </a:ln>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3F0E41A6-BA5C-472B-85AE-733C5BAFD3DB}"/>
              </a:ext>
            </a:extLst>
          </p:cNvPr>
          <p:cNvCxnSpPr/>
          <p:nvPr/>
        </p:nvCxnSpPr>
        <p:spPr>
          <a:xfrm>
            <a:off x="7320636" y="289599"/>
            <a:ext cx="0" cy="6567235"/>
          </a:xfrm>
          <a:prstGeom prst="line">
            <a:avLst/>
          </a:prstGeom>
          <a:ln>
            <a:solidFill>
              <a:srgbClr val="C00000"/>
            </a:solidFill>
            <a:prstDash val="dash"/>
          </a:ln>
        </p:spPr>
        <p:style>
          <a:lnRef idx="1">
            <a:schemeClr val="accent4"/>
          </a:lnRef>
          <a:fillRef idx="0">
            <a:schemeClr val="accent4"/>
          </a:fillRef>
          <a:effectRef idx="0">
            <a:schemeClr val="accent4"/>
          </a:effectRef>
          <a:fontRef idx="minor">
            <a:schemeClr val="tx1"/>
          </a:fontRef>
        </p:style>
      </p:cxnSp>
      <p:cxnSp>
        <p:nvCxnSpPr>
          <p:cNvPr id="22" name="Straight Connector 21">
            <a:extLst>
              <a:ext uri="{FF2B5EF4-FFF2-40B4-BE49-F238E27FC236}">
                <a16:creationId xmlns:a16="http://schemas.microsoft.com/office/drawing/2014/main" id="{B6FB3EDA-215A-4C9A-914F-2749FA45C858}"/>
              </a:ext>
            </a:extLst>
          </p:cNvPr>
          <p:cNvCxnSpPr/>
          <p:nvPr/>
        </p:nvCxnSpPr>
        <p:spPr>
          <a:xfrm>
            <a:off x="8840686" y="301711"/>
            <a:ext cx="0" cy="6567235"/>
          </a:xfrm>
          <a:prstGeom prst="line">
            <a:avLst/>
          </a:prstGeom>
          <a:ln>
            <a:solidFill>
              <a:srgbClr val="C00000"/>
            </a:solidFill>
            <a:prstDash val="dash"/>
          </a:ln>
        </p:spPr>
        <p:style>
          <a:lnRef idx="1">
            <a:schemeClr val="accent4"/>
          </a:lnRef>
          <a:fillRef idx="0">
            <a:schemeClr val="accent4"/>
          </a:fillRef>
          <a:effectRef idx="0">
            <a:schemeClr val="accent4"/>
          </a:effectRef>
          <a:fontRef idx="minor">
            <a:schemeClr val="tx1"/>
          </a:fontRef>
        </p:style>
      </p:cxnSp>
      <p:sp>
        <p:nvSpPr>
          <p:cNvPr id="24" name="TextBox 23">
            <a:extLst>
              <a:ext uri="{FF2B5EF4-FFF2-40B4-BE49-F238E27FC236}">
                <a16:creationId xmlns:a16="http://schemas.microsoft.com/office/drawing/2014/main" id="{D673B88E-4C98-4290-9B32-492426452F56}"/>
              </a:ext>
            </a:extLst>
          </p:cNvPr>
          <p:cNvSpPr txBox="1"/>
          <p:nvPr/>
        </p:nvSpPr>
        <p:spPr>
          <a:xfrm>
            <a:off x="6071712" y="693244"/>
            <a:ext cx="817627" cy="276999"/>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mn-ea"/>
                <a:cs typeface="+mn-cs"/>
              </a:rPr>
              <a:t>xx</a:t>
            </a:r>
            <a:endParaRPr kumimoji="0" lang="en-GB"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ECFF9206-1005-41F0-A1EF-A83CCCE7DD31}"/>
              </a:ext>
            </a:extLst>
          </p:cNvPr>
          <p:cNvSpPr txBox="1"/>
          <p:nvPr/>
        </p:nvSpPr>
        <p:spPr>
          <a:xfrm>
            <a:off x="4560491" y="703099"/>
            <a:ext cx="817627" cy="276999"/>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a:rPr>
              <a:t>xx</a:t>
            </a:r>
            <a:endParaRPr kumimoji="0" lang="en-GB"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6" name="TextBox 25">
            <a:extLst>
              <a:ext uri="{FF2B5EF4-FFF2-40B4-BE49-F238E27FC236}">
                <a16:creationId xmlns:a16="http://schemas.microsoft.com/office/drawing/2014/main" id="{873BFA42-7AE6-4CD2-988F-72FC53ADECC0}"/>
              </a:ext>
            </a:extLst>
          </p:cNvPr>
          <p:cNvSpPr txBox="1"/>
          <p:nvPr/>
        </p:nvSpPr>
        <p:spPr>
          <a:xfrm>
            <a:off x="7704011" y="703099"/>
            <a:ext cx="817627" cy="276999"/>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a:rPr>
              <a:t>xx</a:t>
            </a:r>
            <a:endParaRPr kumimoji="0" lang="en-GB"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8" name="TextBox 27">
            <a:extLst>
              <a:ext uri="{FF2B5EF4-FFF2-40B4-BE49-F238E27FC236}">
                <a16:creationId xmlns:a16="http://schemas.microsoft.com/office/drawing/2014/main" id="{058DB311-C5E8-4943-9EC5-202B5F6ABCA6}"/>
              </a:ext>
            </a:extLst>
          </p:cNvPr>
          <p:cNvSpPr txBox="1"/>
          <p:nvPr/>
        </p:nvSpPr>
        <p:spPr>
          <a:xfrm>
            <a:off x="1342289" y="-10579"/>
            <a:ext cx="9533916" cy="307777"/>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1.1.1 Deployment Chart : Manage xxx</a:t>
            </a:r>
          </a:p>
        </p:txBody>
      </p:sp>
      <p:sp>
        <p:nvSpPr>
          <p:cNvPr id="71" name="TextBox 70">
            <a:extLst>
              <a:ext uri="{FF2B5EF4-FFF2-40B4-BE49-F238E27FC236}">
                <a16:creationId xmlns:a16="http://schemas.microsoft.com/office/drawing/2014/main" id="{4A501439-8BEA-46FF-99E8-1B3B283E02FA}"/>
              </a:ext>
            </a:extLst>
          </p:cNvPr>
          <p:cNvSpPr txBox="1"/>
          <p:nvPr/>
        </p:nvSpPr>
        <p:spPr>
          <a:xfrm>
            <a:off x="9279747" y="703099"/>
            <a:ext cx="817627" cy="276999"/>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a:rPr>
              <a:t>xx</a:t>
            </a:r>
            <a:endParaRPr kumimoji="0" lang="en-GB"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E9FA7DC3-66D1-4ED4-BCFE-FB62EE73CC98}"/>
              </a:ext>
            </a:extLst>
          </p:cNvPr>
          <p:cNvSpPr txBox="1"/>
          <p:nvPr/>
        </p:nvSpPr>
        <p:spPr>
          <a:xfrm>
            <a:off x="7590262" y="5359928"/>
            <a:ext cx="1142368" cy="276999"/>
          </a:xfrm>
          <a:prstGeom prst="rect">
            <a:avLst/>
          </a:prstGeom>
          <a:solidFill>
            <a:schemeClr val="bg2">
              <a:lumMod val="9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altLang="en-US" sz="12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xxx</a:t>
            </a:r>
          </a:p>
        </p:txBody>
      </p:sp>
      <p:sp>
        <p:nvSpPr>
          <p:cNvPr id="16" name="Diamond 15">
            <a:extLst>
              <a:ext uri="{FF2B5EF4-FFF2-40B4-BE49-F238E27FC236}">
                <a16:creationId xmlns:a16="http://schemas.microsoft.com/office/drawing/2014/main" id="{6CB91B1B-CA40-DE15-F52F-B8F0D9D64964}"/>
              </a:ext>
            </a:extLst>
          </p:cNvPr>
          <p:cNvSpPr/>
          <p:nvPr/>
        </p:nvSpPr>
        <p:spPr>
          <a:xfrm>
            <a:off x="5718719" y="2027026"/>
            <a:ext cx="1745726" cy="1797288"/>
          </a:xfrm>
          <a:prstGeom prst="diamond">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7" name="TextBox 96">
            <a:extLst>
              <a:ext uri="{FF2B5EF4-FFF2-40B4-BE49-F238E27FC236}">
                <a16:creationId xmlns:a16="http://schemas.microsoft.com/office/drawing/2014/main" id="{55F710C4-C2C5-4328-9004-73FCBD2D7269}"/>
              </a:ext>
            </a:extLst>
          </p:cNvPr>
          <p:cNvSpPr txBox="1"/>
          <p:nvPr/>
        </p:nvSpPr>
        <p:spPr>
          <a:xfrm>
            <a:off x="5971968" y="3854180"/>
            <a:ext cx="1142368" cy="276999"/>
          </a:xfrm>
          <a:prstGeom prst="rect">
            <a:avLst/>
          </a:prstGeom>
          <a:solidFill>
            <a:schemeClr val="bg2">
              <a:lumMod val="9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altLang="en-US" sz="12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xxx</a:t>
            </a:r>
          </a:p>
        </p:txBody>
      </p:sp>
      <p:sp>
        <p:nvSpPr>
          <p:cNvPr id="39" name="Rectangle: Rounded Corners 38">
            <a:extLst>
              <a:ext uri="{FF2B5EF4-FFF2-40B4-BE49-F238E27FC236}">
                <a16:creationId xmlns:a16="http://schemas.microsoft.com/office/drawing/2014/main" id="{FB3D00AB-CDC7-D2B4-9996-807B16825850}"/>
              </a:ext>
            </a:extLst>
          </p:cNvPr>
          <p:cNvSpPr/>
          <p:nvPr/>
        </p:nvSpPr>
        <p:spPr>
          <a:xfrm>
            <a:off x="4479195" y="1052739"/>
            <a:ext cx="1080000" cy="1951819"/>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sp>
        <p:nvSpPr>
          <p:cNvPr id="96" name="TextBox 95">
            <a:extLst>
              <a:ext uri="{FF2B5EF4-FFF2-40B4-BE49-F238E27FC236}">
                <a16:creationId xmlns:a16="http://schemas.microsoft.com/office/drawing/2014/main" id="{005161EB-5A32-4CB1-A2C5-1DF08408E2D4}"/>
              </a:ext>
            </a:extLst>
          </p:cNvPr>
          <p:cNvSpPr txBox="1"/>
          <p:nvPr/>
        </p:nvSpPr>
        <p:spPr>
          <a:xfrm>
            <a:off x="4432404" y="2925670"/>
            <a:ext cx="1142368" cy="276999"/>
          </a:xfrm>
          <a:prstGeom prst="rect">
            <a:avLst/>
          </a:prstGeom>
          <a:solidFill>
            <a:schemeClr val="bg2">
              <a:lumMod val="9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altLang="en-US" sz="12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xx</a:t>
            </a:r>
          </a:p>
        </p:txBody>
      </p:sp>
      <p:sp>
        <p:nvSpPr>
          <p:cNvPr id="43" name="Rectangle: Rounded Corners 42">
            <a:extLst>
              <a:ext uri="{FF2B5EF4-FFF2-40B4-BE49-F238E27FC236}">
                <a16:creationId xmlns:a16="http://schemas.microsoft.com/office/drawing/2014/main" id="{E17DC943-268E-CF5E-7A19-DDF7C47CFB92}"/>
              </a:ext>
            </a:extLst>
          </p:cNvPr>
          <p:cNvSpPr/>
          <p:nvPr/>
        </p:nvSpPr>
        <p:spPr>
          <a:xfrm>
            <a:off x="2966024" y="1037403"/>
            <a:ext cx="1080000" cy="1951819"/>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cxnSp>
        <p:nvCxnSpPr>
          <p:cNvPr id="47" name="Connector: Elbow 46">
            <a:extLst>
              <a:ext uri="{FF2B5EF4-FFF2-40B4-BE49-F238E27FC236}">
                <a16:creationId xmlns:a16="http://schemas.microsoft.com/office/drawing/2014/main" id="{F83E7075-9699-A0C6-AFF6-6091AA9649C6}"/>
              </a:ext>
            </a:extLst>
          </p:cNvPr>
          <p:cNvCxnSpPr>
            <a:cxnSpLocks/>
          </p:cNvCxnSpPr>
          <p:nvPr/>
        </p:nvCxnSpPr>
        <p:spPr>
          <a:xfrm>
            <a:off x="5567190" y="1477023"/>
            <a:ext cx="136717" cy="147924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6746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Rectangle 110"/>
          <p:cNvSpPr/>
          <p:nvPr/>
        </p:nvSpPr>
        <p:spPr>
          <a:xfrm>
            <a:off x="1310319" y="2474881"/>
            <a:ext cx="1350000" cy="820713"/>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xxx</a:t>
            </a:r>
          </a:p>
        </p:txBody>
      </p:sp>
      <p:sp>
        <p:nvSpPr>
          <p:cNvPr id="112" name="Rectangle 111"/>
          <p:cNvSpPr/>
          <p:nvPr/>
        </p:nvSpPr>
        <p:spPr>
          <a:xfrm>
            <a:off x="2888146" y="2924724"/>
            <a:ext cx="1350000" cy="820713"/>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xxx</a:t>
            </a:r>
          </a:p>
        </p:txBody>
      </p:sp>
      <p:cxnSp>
        <p:nvCxnSpPr>
          <p:cNvPr id="5" name="Connector: Elbow 4"/>
          <p:cNvCxnSpPr>
            <a:cxnSpLocks/>
            <a:stCxn id="111" idx="3"/>
            <a:endCxn id="112" idx="1"/>
          </p:cNvCxnSpPr>
          <p:nvPr/>
        </p:nvCxnSpPr>
        <p:spPr>
          <a:xfrm>
            <a:off x="2660319" y="2885238"/>
            <a:ext cx="227827" cy="44984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a:xfrm flipV="1">
            <a:off x="2489592" y="3290699"/>
            <a:ext cx="0" cy="50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p:cNvCxnSpPr/>
          <p:nvPr/>
        </p:nvCxnSpPr>
        <p:spPr>
          <a:xfrm>
            <a:off x="2517191" y="1933463"/>
            <a:ext cx="0" cy="544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7" name="Straight Arrow Connector 66"/>
          <p:cNvCxnSpPr/>
          <p:nvPr/>
        </p:nvCxnSpPr>
        <p:spPr>
          <a:xfrm>
            <a:off x="706752" y="2885237"/>
            <a:ext cx="59031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6" name="Connector: Elbow 75"/>
          <p:cNvCxnSpPr>
            <a:cxnSpLocks/>
            <a:stCxn id="49" idx="3"/>
            <a:endCxn id="32" idx="1"/>
          </p:cNvCxnSpPr>
          <p:nvPr/>
        </p:nvCxnSpPr>
        <p:spPr>
          <a:xfrm>
            <a:off x="5815973" y="3784924"/>
            <a:ext cx="227827" cy="44984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49" name="Rectangle 48">
            <a:extLst>
              <a:ext uri="{FF2B5EF4-FFF2-40B4-BE49-F238E27FC236}">
                <a16:creationId xmlns:a16="http://schemas.microsoft.com/office/drawing/2014/main" id="{CE839D85-E86C-4DF5-A1FF-4B971827414C}"/>
              </a:ext>
            </a:extLst>
          </p:cNvPr>
          <p:cNvSpPr/>
          <p:nvPr/>
        </p:nvSpPr>
        <p:spPr>
          <a:xfrm>
            <a:off x="4465973" y="3374567"/>
            <a:ext cx="1350000" cy="820713"/>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cxnSp>
        <p:nvCxnSpPr>
          <p:cNvPr id="6" name="Straight Arrow Connector 5">
            <a:extLst>
              <a:ext uri="{FF2B5EF4-FFF2-40B4-BE49-F238E27FC236}">
                <a16:creationId xmlns:a16="http://schemas.microsoft.com/office/drawing/2014/main" id="{9106641C-F86F-434A-9BD3-DAAB8727BFA0}"/>
              </a:ext>
            </a:extLst>
          </p:cNvPr>
          <p:cNvCxnSpPr>
            <a:cxnSpLocks/>
            <a:stCxn id="112" idx="3"/>
            <a:endCxn id="49" idx="1"/>
          </p:cNvCxnSpPr>
          <p:nvPr/>
        </p:nvCxnSpPr>
        <p:spPr>
          <a:xfrm>
            <a:off x="4238146" y="3335081"/>
            <a:ext cx="227827" cy="44984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CE839D85-E86C-4DF5-A1FF-4B971827414C}"/>
              </a:ext>
            </a:extLst>
          </p:cNvPr>
          <p:cNvSpPr/>
          <p:nvPr/>
        </p:nvSpPr>
        <p:spPr>
          <a:xfrm>
            <a:off x="6043800" y="3824410"/>
            <a:ext cx="1350000" cy="820713"/>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cxnSp>
        <p:nvCxnSpPr>
          <p:cNvPr id="35" name="Connector: Elbow 75"/>
          <p:cNvCxnSpPr>
            <a:cxnSpLocks/>
            <a:stCxn id="32" idx="3"/>
            <a:endCxn id="44" idx="1"/>
          </p:cNvCxnSpPr>
          <p:nvPr/>
        </p:nvCxnSpPr>
        <p:spPr>
          <a:xfrm>
            <a:off x="7393800" y="4234767"/>
            <a:ext cx="227827" cy="44984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44" name="Rectangle 43">
            <a:extLst>
              <a:ext uri="{FF2B5EF4-FFF2-40B4-BE49-F238E27FC236}">
                <a16:creationId xmlns:a16="http://schemas.microsoft.com/office/drawing/2014/main" id="{CE839D85-E86C-4DF5-A1FF-4B971827414C}"/>
              </a:ext>
            </a:extLst>
          </p:cNvPr>
          <p:cNvSpPr/>
          <p:nvPr/>
        </p:nvSpPr>
        <p:spPr>
          <a:xfrm>
            <a:off x="7621627" y="4274253"/>
            <a:ext cx="1350000" cy="820713"/>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cxnSp>
        <p:nvCxnSpPr>
          <p:cNvPr id="50" name="Connector: Elbow 75"/>
          <p:cNvCxnSpPr>
            <a:cxnSpLocks/>
            <a:stCxn id="44" idx="3"/>
            <a:endCxn id="60" idx="1"/>
          </p:cNvCxnSpPr>
          <p:nvPr/>
        </p:nvCxnSpPr>
        <p:spPr>
          <a:xfrm>
            <a:off x="8971627" y="4684610"/>
            <a:ext cx="227829" cy="44984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0" name="Rectangle 59">
            <a:extLst>
              <a:ext uri="{FF2B5EF4-FFF2-40B4-BE49-F238E27FC236}">
                <a16:creationId xmlns:a16="http://schemas.microsoft.com/office/drawing/2014/main" id="{249BF3D9-F51A-45CB-BE66-AC9B67137DCB}"/>
              </a:ext>
            </a:extLst>
          </p:cNvPr>
          <p:cNvSpPr/>
          <p:nvPr/>
        </p:nvSpPr>
        <p:spPr>
          <a:xfrm>
            <a:off x="9199456" y="4724098"/>
            <a:ext cx="1350000" cy="820713"/>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cxnSp>
        <p:nvCxnSpPr>
          <p:cNvPr id="12" name="Connector: Elbow 11">
            <a:extLst>
              <a:ext uri="{FF2B5EF4-FFF2-40B4-BE49-F238E27FC236}">
                <a16:creationId xmlns:a16="http://schemas.microsoft.com/office/drawing/2014/main" id="{5DDB197B-A8B5-4803-8A14-DBFEFE6FCE95}"/>
              </a:ext>
            </a:extLst>
          </p:cNvPr>
          <p:cNvCxnSpPr>
            <a:cxnSpLocks/>
            <a:stCxn id="60" idx="3"/>
            <a:endCxn id="99" idx="1"/>
          </p:cNvCxnSpPr>
          <p:nvPr/>
        </p:nvCxnSpPr>
        <p:spPr>
          <a:xfrm>
            <a:off x="10549456" y="5134455"/>
            <a:ext cx="283975" cy="25225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74" name="Straight Arrow Connector 73">
            <a:extLst>
              <a:ext uri="{FF2B5EF4-FFF2-40B4-BE49-F238E27FC236}">
                <a16:creationId xmlns:a16="http://schemas.microsoft.com/office/drawing/2014/main" id="{DC11C8C2-2842-43D7-8D93-1ACEFA1B5294}"/>
              </a:ext>
            </a:extLst>
          </p:cNvPr>
          <p:cNvCxnSpPr/>
          <p:nvPr/>
        </p:nvCxnSpPr>
        <p:spPr>
          <a:xfrm flipV="1">
            <a:off x="4048758" y="3766659"/>
            <a:ext cx="0" cy="50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a:extLst>
              <a:ext uri="{FF2B5EF4-FFF2-40B4-BE49-F238E27FC236}">
                <a16:creationId xmlns:a16="http://schemas.microsoft.com/office/drawing/2014/main" id="{583865DA-94E0-4910-B4D9-8D82FBC37FD1}"/>
              </a:ext>
            </a:extLst>
          </p:cNvPr>
          <p:cNvCxnSpPr/>
          <p:nvPr/>
        </p:nvCxnSpPr>
        <p:spPr>
          <a:xfrm>
            <a:off x="4090425" y="2409423"/>
            <a:ext cx="0" cy="544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2" name="Straight Arrow Connector 81">
            <a:extLst>
              <a:ext uri="{FF2B5EF4-FFF2-40B4-BE49-F238E27FC236}">
                <a16:creationId xmlns:a16="http://schemas.microsoft.com/office/drawing/2014/main" id="{7D2FCB78-5A37-46A8-9301-F4A6AD183595}"/>
              </a:ext>
            </a:extLst>
          </p:cNvPr>
          <p:cNvCxnSpPr/>
          <p:nvPr/>
        </p:nvCxnSpPr>
        <p:spPr>
          <a:xfrm flipV="1">
            <a:off x="10362807" y="5550909"/>
            <a:ext cx="0" cy="50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3" name="Straight Arrow Connector 82">
            <a:extLst>
              <a:ext uri="{FF2B5EF4-FFF2-40B4-BE49-F238E27FC236}">
                <a16:creationId xmlns:a16="http://schemas.microsoft.com/office/drawing/2014/main" id="{0D85DCFA-FDF9-4D58-9802-657CFD480643}"/>
              </a:ext>
            </a:extLst>
          </p:cNvPr>
          <p:cNvCxnSpPr/>
          <p:nvPr/>
        </p:nvCxnSpPr>
        <p:spPr>
          <a:xfrm>
            <a:off x="10390406" y="4165537"/>
            <a:ext cx="0" cy="544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7" name="Straight Arrow Connector 86">
            <a:extLst>
              <a:ext uri="{FF2B5EF4-FFF2-40B4-BE49-F238E27FC236}">
                <a16:creationId xmlns:a16="http://schemas.microsoft.com/office/drawing/2014/main" id="{F1985DFB-E0EA-4591-A4CD-A8E2438E1C0F}"/>
              </a:ext>
            </a:extLst>
          </p:cNvPr>
          <p:cNvCxnSpPr/>
          <p:nvPr/>
        </p:nvCxnSpPr>
        <p:spPr>
          <a:xfrm flipV="1">
            <a:off x="8829431" y="5072612"/>
            <a:ext cx="0" cy="50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8B72041B-075B-452D-B2EA-E9F73DBE85C1}"/>
              </a:ext>
            </a:extLst>
          </p:cNvPr>
          <p:cNvCxnSpPr/>
          <p:nvPr/>
        </p:nvCxnSpPr>
        <p:spPr>
          <a:xfrm>
            <a:off x="8814826" y="3687240"/>
            <a:ext cx="0" cy="544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0" name="Straight Arrow Connector 89">
            <a:extLst>
              <a:ext uri="{FF2B5EF4-FFF2-40B4-BE49-F238E27FC236}">
                <a16:creationId xmlns:a16="http://schemas.microsoft.com/office/drawing/2014/main" id="{62B09153-A606-4A6C-A2B4-BAA25D384C93}"/>
              </a:ext>
            </a:extLst>
          </p:cNvPr>
          <p:cNvCxnSpPr/>
          <p:nvPr/>
        </p:nvCxnSpPr>
        <p:spPr>
          <a:xfrm flipV="1">
            <a:off x="7225709" y="4622448"/>
            <a:ext cx="0" cy="50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1" name="Straight Arrow Connector 90">
            <a:extLst>
              <a:ext uri="{FF2B5EF4-FFF2-40B4-BE49-F238E27FC236}">
                <a16:creationId xmlns:a16="http://schemas.microsoft.com/office/drawing/2014/main" id="{899E17D8-BC02-4BD6-B56C-8FB73786A469}"/>
              </a:ext>
            </a:extLst>
          </p:cNvPr>
          <p:cNvCxnSpPr/>
          <p:nvPr/>
        </p:nvCxnSpPr>
        <p:spPr>
          <a:xfrm>
            <a:off x="7253308" y="3237076"/>
            <a:ext cx="0" cy="544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3" name="Straight Arrow Connector 92">
            <a:extLst>
              <a:ext uri="{FF2B5EF4-FFF2-40B4-BE49-F238E27FC236}">
                <a16:creationId xmlns:a16="http://schemas.microsoft.com/office/drawing/2014/main" id="{51D6C7AF-BC52-41B0-BF75-755B089136A6}"/>
              </a:ext>
            </a:extLst>
          </p:cNvPr>
          <p:cNvCxnSpPr/>
          <p:nvPr/>
        </p:nvCxnSpPr>
        <p:spPr>
          <a:xfrm flipV="1">
            <a:off x="5621997" y="4186344"/>
            <a:ext cx="0" cy="50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4" name="Straight Arrow Connector 93">
            <a:extLst>
              <a:ext uri="{FF2B5EF4-FFF2-40B4-BE49-F238E27FC236}">
                <a16:creationId xmlns:a16="http://schemas.microsoft.com/office/drawing/2014/main" id="{0657C2AA-AC81-4DFF-AEC5-A401F0B0749F}"/>
              </a:ext>
            </a:extLst>
          </p:cNvPr>
          <p:cNvCxnSpPr/>
          <p:nvPr/>
        </p:nvCxnSpPr>
        <p:spPr>
          <a:xfrm>
            <a:off x="5691800" y="2829108"/>
            <a:ext cx="0" cy="5441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TextBox 24">
            <a:extLst>
              <a:ext uri="{FF2B5EF4-FFF2-40B4-BE49-F238E27FC236}">
                <a16:creationId xmlns:a16="http://schemas.microsoft.com/office/drawing/2014/main" id="{084FBA17-63C1-46BC-82BF-B3EDD87F9B88}"/>
              </a:ext>
            </a:extLst>
          </p:cNvPr>
          <p:cNvSpPr txBox="1"/>
          <p:nvPr/>
        </p:nvSpPr>
        <p:spPr>
          <a:xfrm>
            <a:off x="342164" y="2451352"/>
            <a:ext cx="1319489"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Trebuchet MS"/>
                <a:ea typeface="+mn-ea"/>
                <a:cs typeface="+mn-cs"/>
              </a:rPr>
              <a:t>xxx</a:t>
            </a:r>
          </a:p>
        </p:txBody>
      </p:sp>
      <p:sp>
        <p:nvSpPr>
          <p:cNvPr id="99" name="TextBox 24">
            <a:extLst>
              <a:ext uri="{FF2B5EF4-FFF2-40B4-BE49-F238E27FC236}">
                <a16:creationId xmlns:a16="http://schemas.microsoft.com/office/drawing/2014/main" id="{B8EC8CC8-5EE3-44C0-9BFF-BDCD7EB93C0D}"/>
              </a:ext>
            </a:extLst>
          </p:cNvPr>
          <p:cNvSpPr txBox="1"/>
          <p:nvPr/>
        </p:nvSpPr>
        <p:spPr>
          <a:xfrm>
            <a:off x="10833431" y="5248211"/>
            <a:ext cx="134999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a:t>
            </a:r>
          </a:p>
        </p:txBody>
      </p:sp>
      <p:sp>
        <p:nvSpPr>
          <p:cNvPr id="110" name="TextBox 24">
            <a:extLst>
              <a:ext uri="{FF2B5EF4-FFF2-40B4-BE49-F238E27FC236}">
                <a16:creationId xmlns:a16="http://schemas.microsoft.com/office/drawing/2014/main" id="{98C77EA0-963A-4782-98A6-85F844C72C9F}"/>
              </a:ext>
            </a:extLst>
          </p:cNvPr>
          <p:cNvSpPr txBox="1"/>
          <p:nvPr/>
        </p:nvSpPr>
        <p:spPr>
          <a:xfrm>
            <a:off x="5177676" y="2533006"/>
            <a:ext cx="758685"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N/A</a:t>
            </a:r>
          </a:p>
        </p:txBody>
      </p:sp>
      <p:sp>
        <p:nvSpPr>
          <p:cNvPr id="113" name="TextBox 24">
            <a:extLst>
              <a:ext uri="{FF2B5EF4-FFF2-40B4-BE49-F238E27FC236}">
                <a16:creationId xmlns:a16="http://schemas.microsoft.com/office/drawing/2014/main" id="{C9905375-F32C-4CBE-9727-6066AE6F4551}"/>
              </a:ext>
            </a:extLst>
          </p:cNvPr>
          <p:cNvSpPr txBox="1"/>
          <p:nvPr/>
        </p:nvSpPr>
        <p:spPr>
          <a:xfrm>
            <a:off x="6766112" y="2880075"/>
            <a:ext cx="758685"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N/A</a:t>
            </a:r>
          </a:p>
        </p:txBody>
      </p:sp>
      <p:sp>
        <p:nvSpPr>
          <p:cNvPr id="114" name="TextBox 24">
            <a:extLst>
              <a:ext uri="{FF2B5EF4-FFF2-40B4-BE49-F238E27FC236}">
                <a16:creationId xmlns:a16="http://schemas.microsoft.com/office/drawing/2014/main" id="{09C6F248-F860-49F8-B9E7-9A47D7B16C39}"/>
              </a:ext>
            </a:extLst>
          </p:cNvPr>
          <p:cNvSpPr txBox="1"/>
          <p:nvPr/>
        </p:nvSpPr>
        <p:spPr>
          <a:xfrm>
            <a:off x="8359930" y="3310497"/>
            <a:ext cx="758685"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N/A</a:t>
            </a:r>
          </a:p>
        </p:txBody>
      </p:sp>
      <p:sp>
        <p:nvSpPr>
          <p:cNvPr id="115" name="TextBox 24">
            <a:extLst>
              <a:ext uri="{FF2B5EF4-FFF2-40B4-BE49-F238E27FC236}">
                <a16:creationId xmlns:a16="http://schemas.microsoft.com/office/drawing/2014/main" id="{DF17104C-6479-4FA8-B5C9-5FFF6E376BD8}"/>
              </a:ext>
            </a:extLst>
          </p:cNvPr>
          <p:cNvSpPr txBox="1"/>
          <p:nvPr/>
        </p:nvSpPr>
        <p:spPr>
          <a:xfrm>
            <a:off x="9893593" y="3885919"/>
            <a:ext cx="758685"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N/A</a:t>
            </a:r>
          </a:p>
        </p:txBody>
      </p:sp>
      <p:sp>
        <p:nvSpPr>
          <p:cNvPr id="121" name="TextBox 24">
            <a:extLst>
              <a:ext uri="{FF2B5EF4-FFF2-40B4-BE49-F238E27FC236}">
                <a16:creationId xmlns:a16="http://schemas.microsoft.com/office/drawing/2014/main" id="{00EE1B58-8B2D-4D6E-A66D-8944A17424B3}"/>
              </a:ext>
            </a:extLst>
          </p:cNvPr>
          <p:cNvSpPr txBox="1"/>
          <p:nvPr/>
        </p:nvSpPr>
        <p:spPr>
          <a:xfrm>
            <a:off x="2004646" y="1639489"/>
            <a:ext cx="758685"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N/A</a:t>
            </a:r>
          </a:p>
        </p:txBody>
      </p:sp>
      <p:sp>
        <p:nvSpPr>
          <p:cNvPr id="122" name="TextBox 24">
            <a:extLst>
              <a:ext uri="{FF2B5EF4-FFF2-40B4-BE49-F238E27FC236}">
                <a16:creationId xmlns:a16="http://schemas.microsoft.com/office/drawing/2014/main" id="{BF166443-0D60-4433-ADEF-CD54A946616C}"/>
              </a:ext>
            </a:extLst>
          </p:cNvPr>
          <p:cNvSpPr txBox="1"/>
          <p:nvPr/>
        </p:nvSpPr>
        <p:spPr>
          <a:xfrm>
            <a:off x="3593374" y="2012044"/>
            <a:ext cx="758685"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N/A</a:t>
            </a:r>
          </a:p>
        </p:txBody>
      </p:sp>
      <p:sp>
        <p:nvSpPr>
          <p:cNvPr id="123" name="TextBox 24">
            <a:extLst>
              <a:ext uri="{FF2B5EF4-FFF2-40B4-BE49-F238E27FC236}">
                <a16:creationId xmlns:a16="http://schemas.microsoft.com/office/drawing/2014/main" id="{F9F7715C-7EE7-40E2-9BAD-C5E60309FC6E}"/>
              </a:ext>
            </a:extLst>
          </p:cNvPr>
          <p:cNvSpPr txBox="1"/>
          <p:nvPr/>
        </p:nvSpPr>
        <p:spPr>
          <a:xfrm>
            <a:off x="7378267" y="3836888"/>
            <a:ext cx="1523117"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a:t>
            </a:r>
          </a:p>
        </p:txBody>
      </p:sp>
      <p:sp>
        <p:nvSpPr>
          <p:cNvPr id="124" name="TextBox 24">
            <a:extLst>
              <a:ext uri="{FF2B5EF4-FFF2-40B4-BE49-F238E27FC236}">
                <a16:creationId xmlns:a16="http://schemas.microsoft.com/office/drawing/2014/main" id="{FE986239-AF6C-4C35-B244-52FFD52E1404}"/>
              </a:ext>
            </a:extLst>
          </p:cNvPr>
          <p:cNvSpPr txBox="1"/>
          <p:nvPr/>
        </p:nvSpPr>
        <p:spPr>
          <a:xfrm>
            <a:off x="5906195" y="3384999"/>
            <a:ext cx="1523117"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a:t>
            </a:r>
          </a:p>
        </p:txBody>
      </p:sp>
      <p:sp>
        <p:nvSpPr>
          <p:cNvPr id="125" name="TextBox 24">
            <a:extLst>
              <a:ext uri="{FF2B5EF4-FFF2-40B4-BE49-F238E27FC236}">
                <a16:creationId xmlns:a16="http://schemas.microsoft.com/office/drawing/2014/main" id="{BFA7AB16-0CC5-479A-BD8E-59ED425CE54A}"/>
              </a:ext>
            </a:extLst>
          </p:cNvPr>
          <p:cNvSpPr txBox="1"/>
          <p:nvPr/>
        </p:nvSpPr>
        <p:spPr>
          <a:xfrm>
            <a:off x="8922709" y="4152643"/>
            <a:ext cx="173595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a:t>
            </a:r>
          </a:p>
        </p:txBody>
      </p:sp>
      <p:sp>
        <p:nvSpPr>
          <p:cNvPr id="126" name="TextBox 24">
            <a:extLst>
              <a:ext uri="{FF2B5EF4-FFF2-40B4-BE49-F238E27FC236}">
                <a16:creationId xmlns:a16="http://schemas.microsoft.com/office/drawing/2014/main" id="{1C580883-2C14-4E40-BED8-4C68FBC898DF}"/>
              </a:ext>
            </a:extLst>
          </p:cNvPr>
          <p:cNvSpPr txBox="1"/>
          <p:nvPr/>
        </p:nvSpPr>
        <p:spPr>
          <a:xfrm>
            <a:off x="2580248" y="2391941"/>
            <a:ext cx="1523117"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xxx</a:t>
            </a:r>
          </a:p>
        </p:txBody>
      </p:sp>
      <p:sp>
        <p:nvSpPr>
          <p:cNvPr id="127" name="TextBox 24">
            <a:extLst>
              <a:ext uri="{FF2B5EF4-FFF2-40B4-BE49-F238E27FC236}">
                <a16:creationId xmlns:a16="http://schemas.microsoft.com/office/drawing/2014/main" id="{BDBAF640-8ECF-40D4-BFF6-C98111D132DB}"/>
              </a:ext>
            </a:extLst>
          </p:cNvPr>
          <p:cNvSpPr txBox="1"/>
          <p:nvPr/>
        </p:nvSpPr>
        <p:spPr>
          <a:xfrm>
            <a:off x="4335305" y="2726974"/>
            <a:ext cx="1332736"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xxx</a:t>
            </a:r>
          </a:p>
        </p:txBody>
      </p:sp>
      <p:sp>
        <p:nvSpPr>
          <p:cNvPr id="134" name="TextBox 24">
            <a:extLst>
              <a:ext uri="{FF2B5EF4-FFF2-40B4-BE49-F238E27FC236}">
                <a16:creationId xmlns:a16="http://schemas.microsoft.com/office/drawing/2014/main" id="{BED1F6EC-7546-41DF-9695-062CAA5C711F}"/>
              </a:ext>
            </a:extLst>
          </p:cNvPr>
          <p:cNvSpPr txBox="1"/>
          <p:nvPr/>
        </p:nvSpPr>
        <p:spPr>
          <a:xfrm>
            <a:off x="7652829" y="5216576"/>
            <a:ext cx="117660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a:t>
            </a:r>
          </a:p>
        </p:txBody>
      </p:sp>
      <p:sp>
        <p:nvSpPr>
          <p:cNvPr id="135" name="TextBox 24">
            <a:extLst>
              <a:ext uri="{FF2B5EF4-FFF2-40B4-BE49-F238E27FC236}">
                <a16:creationId xmlns:a16="http://schemas.microsoft.com/office/drawing/2014/main" id="{A3571D75-38DC-40B4-A3DF-00FFC7E207EB}"/>
              </a:ext>
            </a:extLst>
          </p:cNvPr>
          <p:cNvSpPr txBox="1"/>
          <p:nvPr/>
        </p:nvSpPr>
        <p:spPr>
          <a:xfrm>
            <a:off x="4464944" y="4350857"/>
            <a:ext cx="117660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a:t>
            </a:r>
          </a:p>
        </p:txBody>
      </p:sp>
      <p:sp>
        <p:nvSpPr>
          <p:cNvPr id="136" name="TextBox 24">
            <a:extLst>
              <a:ext uri="{FF2B5EF4-FFF2-40B4-BE49-F238E27FC236}">
                <a16:creationId xmlns:a16="http://schemas.microsoft.com/office/drawing/2014/main" id="{A6AC63A5-6F65-4024-88ED-D4897D9B7C95}"/>
              </a:ext>
            </a:extLst>
          </p:cNvPr>
          <p:cNvSpPr txBox="1"/>
          <p:nvPr/>
        </p:nvSpPr>
        <p:spPr>
          <a:xfrm>
            <a:off x="5971999" y="4787197"/>
            <a:ext cx="117660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a:t>
            </a:r>
          </a:p>
        </p:txBody>
      </p:sp>
      <p:sp>
        <p:nvSpPr>
          <p:cNvPr id="137" name="TextBox 24">
            <a:extLst>
              <a:ext uri="{FF2B5EF4-FFF2-40B4-BE49-F238E27FC236}">
                <a16:creationId xmlns:a16="http://schemas.microsoft.com/office/drawing/2014/main" id="{0546DB7A-66A7-45CA-8668-9F2FE74F3ECC}"/>
              </a:ext>
            </a:extLst>
          </p:cNvPr>
          <p:cNvSpPr txBox="1"/>
          <p:nvPr/>
        </p:nvSpPr>
        <p:spPr>
          <a:xfrm>
            <a:off x="1266904" y="3282301"/>
            <a:ext cx="117660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xxx</a:t>
            </a:r>
          </a:p>
        </p:txBody>
      </p:sp>
      <p:sp>
        <p:nvSpPr>
          <p:cNvPr id="138" name="TextBox 24">
            <a:extLst>
              <a:ext uri="{FF2B5EF4-FFF2-40B4-BE49-F238E27FC236}">
                <a16:creationId xmlns:a16="http://schemas.microsoft.com/office/drawing/2014/main" id="{ECAEB9E9-3706-4695-BF2F-22CE424EF58B}"/>
              </a:ext>
            </a:extLst>
          </p:cNvPr>
          <p:cNvSpPr txBox="1"/>
          <p:nvPr/>
        </p:nvSpPr>
        <p:spPr>
          <a:xfrm>
            <a:off x="2737655" y="3913410"/>
            <a:ext cx="1176602"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xxx</a:t>
            </a:r>
          </a:p>
        </p:txBody>
      </p:sp>
      <p:sp>
        <p:nvSpPr>
          <p:cNvPr id="139" name="TextBox 24">
            <a:extLst>
              <a:ext uri="{FF2B5EF4-FFF2-40B4-BE49-F238E27FC236}">
                <a16:creationId xmlns:a16="http://schemas.microsoft.com/office/drawing/2014/main" id="{938D4196-7020-410D-8E01-85E98DF218EC}"/>
              </a:ext>
            </a:extLst>
          </p:cNvPr>
          <p:cNvSpPr txBox="1"/>
          <p:nvPr/>
        </p:nvSpPr>
        <p:spPr>
          <a:xfrm>
            <a:off x="216070" y="5803849"/>
            <a:ext cx="3171054"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ts val="0"/>
              </a:spcBef>
              <a:spcAft>
                <a:spcPts val="0"/>
              </a:spcAft>
              <a:buClrTx/>
              <a:buSzTx/>
              <a:tabLst/>
              <a:defRPr/>
            </a:pPr>
            <a:r>
              <a:rPr lang="en-US" sz="1200" dirty="0">
                <a:solidFill>
                  <a:prstClr val="black"/>
                </a:solidFill>
                <a:latin typeface="Trebuchet MS"/>
              </a:rPr>
              <a:t>*Note: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err="1">
                <a:ln>
                  <a:noFill/>
                </a:ln>
                <a:solidFill>
                  <a:prstClr val="black"/>
                </a:solidFill>
                <a:effectLst/>
                <a:uLnTx/>
                <a:uFillTx/>
                <a:latin typeface="Trebuchet MS"/>
                <a:ea typeface="+mn-ea"/>
                <a:cs typeface="+mn-cs"/>
              </a:rPr>
              <a:t>Xx</a:t>
            </a:r>
            <a:endParaRPr kumimoji="0" lang="en-US" sz="1200" b="0" i="0" u="none" strike="noStrike" kern="1200" cap="none" spc="0" normalizeH="0" baseline="0" noProof="0" dirty="0">
              <a:ln>
                <a:noFill/>
              </a:ln>
              <a:solidFill>
                <a:prstClr val="black"/>
              </a:solidFill>
              <a:effectLst/>
              <a:uLnTx/>
              <a:uFillTx/>
              <a:latin typeface="Trebuchet M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err="1">
                <a:solidFill>
                  <a:prstClr val="black"/>
                </a:solidFill>
                <a:latin typeface="Trebuchet MS"/>
              </a:rPr>
              <a:t>Xx</a:t>
            </a:r>
            <a:endParaRPr lang="en-US" sz="1200" dirty="0">
              <a:solidFill>
                <a:prstClr val="black"/>
              </a:solidFill>
              <a:latin typeface="Trebuchet MS"/>
            </a:endParaRPr>
          </a:p>
        </p:txBody>
      </p:sp>
      <p:sp>
        <p:nvSpPr>
          <p:cNvPr id="141" name="TextBox 24">
            <a:extLst>
              <a:ext uri="{FF2B5EF4-FFF2-40B4-BE49-F238E27FC236}">
                <a16:creationId xmlns:a16="http://schemas.microsoft.com/office/drawing/2014/main" id="{F2B5ECD2-7523-457F-B08E-038E0A446323}"/>
              </a:ext>
            </a:extLst>
          </p:cNvPr>
          <p:cNvSpPr txBox="1"/>
          <p:nvPr/>
        </p:nvSpPr>
        <p:spPr>
          <a:xfrm>
            <a:off x="9085540" y="5551392"/>
            <a:ext cx="1304863"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21" marR="0" lvl="0" indent="-2857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xx</a:t>
            </a:r>
          </a:p>
        </p:txBody>
      </p:sp>
      <p:sp>
        <p:nvSpPr>
          <p:cNvPr id="2" name="TextBox 1">
            <a:extLst>
              <a:ext uri="{FF2B5EF4-FFF2-40B4-BE49-F238E27FC236}">
                <a16:creationId xmlns:a16="http://schemas.microsoft.com/office/drawing/2014/main" id="{8AC371AA-74D0-ED2F-13BE-9D13A54A8913}"/>
              </a:ext>
            </a:extLst>
          </p:cNvPr>
          <p:cNvSpPr txBox="1"/>
          <p:nvPr/>
        </p:nvSpPr>
        <p:spPr>
          <a:xfrm>
            <a:off x="2579154" y="971563"/>
            <a:ext cx="9266482" cy="31691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ICOR: Manage xx</a:t>
            </a:r>
          </a:p>
        </p:txBody>
      </p:sp>
    </p:spTree>
    <p:extLst>
      <p:ext uri="{BB962C8B-B14F-4D97-AF65-F5344CB8AC3E}">
        <p14:creationId xmlns:p14="http://schemas.microsoft.com/office/powerpoint/2010/main" val="2640781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a:extLst>
              <a:ext uri="{FF2B5EF4-FFF2-40B4-BE49-F238E27FC236}">
                <a16:creationId xmlns:a16="http://schemas.microsoft.com/office/drawing/2014/main" id="{94D115F2-2529-4DFA-BB06-67EEDBD9D1F5}"/>
              </a:ext>
            </a:extLst>
          </p:cNvPr>
          <p:cNvGraphicFramePr>
            <a:graphicFrameLocks noGrp="1"/>
          </p:cNvGraphicFramePr>
          <p:nvPr>
            <p:extLst>
              <p:ext uri="{D42A27DB-BD31-4B8C-83A1-F6EECF244321}">
                <p14:modId xmlns:p14="http://schemas.microsoft.com/office/powerpoint/2010/main" val="2257043881"/>
              </p:ext>
            </p:extLst>
          </p:nvPr>
        </p:nvGraphicFramePr>
        <p:xfrm>
          <a:off x="1587" y="993126"/>
          <a:ext cx="12191071" cy="5875510"/>
        </p:xfrm>
        <a:graphic>
          <a:graphicData uri="http://schemas.openxmlformats.org/drawingml/2006/table">
            <a:tbl>
              <a:tblPr firstCol="1" bandRow="1">
                <a:tableStyleId>{5C22544A-7EE6-4342-B048-85BDC9FD1C3A}</a:tableStyleId>
              </a:tblPr>
              <a:tblGrid>
                <a:gridCol w="1598400">
                  <a:extLst>
                    <a:ext uri="{9D8B030D-6E8A-4147-A177-3AD203B41FA5}">
                      <a16:colId xmlns:a16="http://schemas.microsoft.com/office/drawing/2014/main" val="20000"/>
                    </a:ext>
                  </a:extLst>
                </a:gridCol>
                <a:gridCol w="10592671">
                  <a:extLst>
                    <a:ext uri="{9D8B030D-6E8A-4147-A177-3AD203B41FA5}">
                      <a16:colId xmlns:a16="http://schemas.microsoft.com/office/drawing/2014/main" val="20001"/>
                    </a:ext>
                  </a:extLst>
                </a:gridCol>
              </a:tblGrid>
              <a:tr h="293775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dirty="0">
                          <a:latin typeface="Trebuchet MS" panose="020B0603020202020204" pitchFamily="34" charset="0"/>
                        </a:rPr>
                        <a:t>xx</a:t>
                      </a:r>
                    </a:p>
                  </a:txBody>
                  <a:tcPr marL="91416" marR="91416" marT="45714" marB="45714" anchor="ctr">
                    <a:solidFill>
                      <a:srgbClr val="4472C4"/>
                    </a:solidFill>
                  </a:tcPr>
                </a:tc>
                <a:tc>
                  <a:txBody>
                    <a:bodyPr/>
                    <a:lstStyle/>
                    <a:p>
                      <a:endParaRPr lang="en-GB" sz="1200" dirty="0">
                        <a:latin typeface="Trebuchet MS" panose="020B0603020202020204" pitchFamily="34" charset="0"/>
                      </a:endParaRPr>
                    </a:p>
                  </a:txBody>
                  <a:tcPr marL="91416" marR="91416" marT="45714" marB="45714"/>
                </a:tc>
                <a:extLst>
                  <a:ext uri="{0D108BD9-81ED-4DB2-BD59-A6C34878D82A}">
                    <a16:rowId xmlns:a16="http://schemas.microsoft.com/office/drawing/2014/main" val="1394883968"/>
                  </a:ext>
                </a:extLst>
              </a:tr>
              <a:tr h="2937755">
                <a:tc>
                  <a:txBody>
                    <a:bodyPr/>
                    <a:lstStyle/>
                    <a:p>
                      <a:pPr algn="ctr"/>
                      <a:r>
                        <a:rPr lang="en-GB" sz="1600" dirty="0">
                          <a:latin typeface="Trebuchet MS" panose="020B0603020202020204" pitchFamily="34" charset="0"/>
                        </a:rPr>
                        <a:t>xx</a:t>
                      </a:r>
                    </a:p>
                  </a:txBody>
                  <a:tcPr marL="91416" marR="91416" marT="45714" marB="45714" anchor="ctr">
                    <a:solidFill>
                      <a:srgbClr val="4472C4"/>
                    </a:solidFill>
                  </a:tcPr>
                </a:tc>
                <a:tc>
                  <a:txBody>
                    <a:bodyPr/>
                    <a:lstStyle/>
                    <a:p>
                      <a:endParaRPr lang="en-GB" sz="1200" dirty="0">
                        <a:latin typeface="Trebuchet MS" panose="020B0603020202020204" pitchFamily="34" charset="0"/>
                      </a:endParaRPr>
                    </a:p>
                  </a:txBody>
                  <a:tcPr marL="91416" marR="91416" marT="45714" marB="45714"/>
                </a:tc>
                <a:extLst>
                  <a:ext uri="{0D108BD9-81ED-4DB2-BD59-A6C34878D82A}">
                    <a16:rowId xmlns:a16="http://schemas.microsoft.com/office/drawing/2014/main" val="10000"/>
                  </a:ext>
                </a:extLst>
              </a:tr>
            </a:tbl>
          </a:graphicData>
        </a:graphic>
      </p:graphicFrame>
      <p:sp>
        <p:nvSpPr>
          <p:cNvPr id="4" name="Rectangle: Rounded Corners 3">
            <a:extLst>
              <a:ext uri="{FF2B5EF4-FFF2-40B4-BE49-F238E27FC236}">
                <a16:creationId xmlns:a16="http://schemas.microsoft.com/office/drawing/2014/main" id="{D4F995D9-EC5B-4C2F-9F85-5AE6D1B13233}"/>
              </a:ext>
            </a:extLst>
          </p:cNvPr>
          <p:cNvSpPr/>
          <p:nvPr/>
        </p:nvSpPr>
        <p:spPr>
          <a:xfrm>
            <a:off x="4855099" y="993126"/>
            <a:ext cx="1080000" cy="3883673"/>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sp>
        <p:nvSpPr>
          <p:cNvPr id="5" name="Rectangle: Rounded Corners 4">
            <a:extLst>
              <a:ext uri="{FF2B5EF4-FFF2-40B4-BE49-F238E27FC236}">
                <a16:creationId xmlns:a16="http://schemas.microsoft.com/office/drawing/2014/main" id="{8BA90D24-39DC-4DEC-8944-0D3295A33953}"/>
              </a:ext>
            </a:extLst>
          </p:cNvPr>
          <p:cNvSpPr/>
          <p:nvPr/>
        </p:nvSpPr>
        <p:spPr>
          <a:xfrm>
            <a:off x="7012897" y="1034038"/>
            <a:ext cx="1080000" cy="3842761"/>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sp>
        <p:nvSpPr>
          <p:cNvPr id="12" name="Oval 11">
            <a:extLst>
              <a:ext uri="{FF2B5EF4-FFF2-40B4-BE49-F238E27FC236}">
                <a16:creationId xmlns:a16="http://schemas.microsoft.com/office/drawing/2014/main" id="{3E15829C-8885-4F54-B60C-82A5BC9E3D8E}"/>
              </a:ext>
            </a:extLst>
          </p:cNvPr>
          <p:cNvSpPr/>
          <p:nvPr/>
        </p:nvSpPr>
        <p:spPr>
          <a:xfrm>
            <a:off x="9265920" y="3242863"/>
            <a:ext cx="1546805" cy="1370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cc</a:t>
            </a:r>
          </a:p>
        </p:txBody>
      </p:sp>
      <p:sp>
        <p:nvSpPr>
          <p:cNvPr id="15" name="Oval 14">
            <a:extLst>
              <a:ext uri="{FF2B5EF4-FFF2-40B4-BE49-F238E27FC236}">
                <a16:creationId xmlns:a16="http://schemas.microsoft.com/office/drawing/2014/main" id="{8ABE044D-F72A-42C8-A316-0F3CABCE00BB}"/>
              </a:ext>
            </a:extLst>
          </p:cNvPr>
          <p:cNvSpPr/>
          <p:nvPr/>
        </p:nvSpPr>
        <p:spPr>
          <a:xfrm>
            <a:off x="2223407" y="2236501"/>
            <a:ext cx="1485813" cy="139692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cxnSp>
        <p:nvCxnSpPr>
          <p:cNvPr id="23" name="Connector: Elbow 22">
            <a:extLst>
              <a:ext uri="{FF2B5EF4-FFF2-40B4-BE49-F238E27FC236}">
                <a16:creationId xmlns:a16="http://schemas.microsoft.com/office/drawing/2014/main" id="{005A05A4-A631-466D-8C6A-3AA165BA420C}"/>
              </a:ext>
            </a:extLst>
          </p:cNvPr>
          <p:cNvCxnSpPr>
            <a:cxnSpLocks/>
            <a:stCxn id="15" idx="6"/>
            <a:endCxn id="4" idx="1"/>
          </p:cNvCxnSpPr>
          <p:nvPr/>
        </p:nvCxnSpPr>
        <p:spPr>
          <a:xfrm>
            <a:off x="3709220" y="2934963"/>
            <a:ext cx="11458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Connector: Elbow 36">
            <a:extLst>
              <a:ext uri="{FF2B5EF4-FFF2-40B4-BE49-F238E27FC236}">
                <a16:creationId xmlns:a16="http://schemas.microsoft.com/office/drawing/2014/main" id="{DF7C3D96-2B89-4551-A9F0-B87C257E3611}"/>
              </a:ext>
            </a:extLst>
          </p:cNvPr>
          <p:cNvCxnSpPr>
            <a:cxnSpLocks/>
            <a:stCxn id="5" idx="3"/>
            <a:endCxn id="12" idx="2"/>
          </p:cNvCxnSpPr>
          <p:nvPr/>
        </p:nvCxnSpPr>
        <p:spPr>
          <a:xfrm>
            <a:off x="8092897" y="2955419"/>
            <a:ext cx="1173023" cy="97263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817653F8-F8DA-4D8F-9840-188CFFC851AD}"/>
              </a:ext>
            </a:extLst>
          </p:cNvPr>
          <p:cNvCxnSpPr/>
          <p:nvPr/>
        </p:nvCxnSpPr>
        <p:spPr>
          <a:xfrm>
            <a:off x="6487293" y="301401"/>
            <a:ext cx="0" cy="6567235"/>
          </a:xfrm>
          <a:prstGeom prst="line">
            <a:avLst/>
          </a:prstGeom>
          <a:ln>
            <a:solidFill>
              <a:srgbClr val="C00000"/>
            </a:solidFill>
            <a:prstDash val="dash"/>
          </a:ln>
        </p:spPr>
        <p:style>
          <a:lnRef idx="1">
            <a:schemeClr val="accent4"/>
          </a:lnRef>
          <a:fillRef idx="0">
            <a:schemeClr val="accent4"/>
          </a:fillRef>
          <a:effectRef idx="0">
            <a:schemeClr val="accent4"/>
          </a:effectRef>
          <a:fontRef idx="minor">
            <a:schemeClr val="tx1"/>
          </a:fontRef>
        </p:style>
      </p:cxnSp>
      <p:sp>
        <p:nvSpPr>
          <p:cNvPr id="31" name="TextBox 29">
            <a:extLst>
              <a:ext uri="{FF2B5EF4-FFF2-40B4-BE49-F238E27FC236}">
                <a16:creationId xmlns:a16="http://schemas.microsoft.com/office/drawing/2014/main" id="{7544D879-F6F9-46AE-B8D3-8D0D91FD4F7A}"/>
              </a:ext>
            </a:extLst>
          </p:cNvPr>
          <p:cNvSpPr txBox="1"/>
          <p:nvPr/>
        </p:nvSpPr>
        <p:spPr>
          <a:xfrm>
            <a:off x="4757142" y="694258"/>
            <a:ext cx="1157211" cy="276999"/>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xx</a:t>
            </a:r>
          </a:p>
        </p:txBody>
      </p:sp>
      <p:sp>
        <p:nvSpPr>
          <p:cNvPr id="33" name="TextBox 29">
            <a:extLst>
              <a:ext uri="{FF2B5EF4-FFF2-40B4-BE49-F238E27FC236}">
                <a16:creationId xmlns:a16="http://schemas.microsoft.com/office/drawing/2014/main" id="{3D3E6632-DEDB-4F29-AC72-8DFFD0B99619}"/>
              </a:ext>
            </a:extLst>
          </p:cNvPr>
          <p:cNvSpPr txBox="1"/>
          <p:nvPr/>
        </p:nvSpPr>
        <p:spPr>
          <a:xfrm>
            <a:off x="6935686" y="705192"/>
            <a:ext cx="1157211" cy="276999"/>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xx</a:t>
            </a:r>
          </a:p>
        </p:txBody>
      </p:sp>
      <p:sp>
        <p:nvSpPr>
          <p:cNvPr id="39" name="TextBox 38">
            <a:extLst>
              <a:ext uri="{FF2B5EF4-FFF2-40B4-BE49-F238E27FC236}">
                <a16:creationId xmlns:a16="http://schemas.microsoft.com/office/drawing/2014/main" id="{51156F65-8377-4AB6-9A02-86148ECF9CF3}"/>
              </a:ext>
            </a:extLst>
          </p:cNvPr>
          <p:cNvSpPr txBox="1"/>
          <p:nvPr/>
        </p:nvSpPr>
        <p:spPr>
          <a:xfrm>
            <a:off x="1658890" y="-6376"/>
            <a:ext cx="9144000" cy="307777"/>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1.1.1 Deployment Chart : Manage xxx</a:t>
            </a:r>
          </a:p>
        </p:txBody>
      </p:sp>
      <p:sp>
        <p:nvSpPr>
          <p:cNvPr id="38" name="Oval 37">
            <a:extLst>
              <a:ext uri="{FF2B5EF4-FFF2-40B4-BE49-F238E27FC236}">
                <a16:creationId xmlns:a16="http://schemas.microsoft.com/office/drawing/2014/main" id="{FB469DF0-D8E3-453A-AA36-E7D8DF4EA6A3}"/>
              </a:ext>
            </a:extLst>
          </p:cNvPr>
          <p:cNvSpPr/>
          <p:nvPr/>
        </p:nvSpPr>
        <p:spPr>
          <a:xfrm>
            <a:off x="9265920" y="3247671"/>
            <a:ext cx="1546805" cy="137038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cc</a:t>
            </a:r>
          </a:p>
        </p:txBody>
      </p:sp>
      <p:cxnSp>
        <p:nvCxnSpPr>
          <p:cNvPr id="22" name="Connector: Elbow 22">
            <a:extLst>
              <a:ext uri="{FF2B5EF4-FFF2-40B4-BE49-F238E27FC236}">
                <a16:creationId xmlns:a16="http://schemas.microsoft.com/office/drawing/2014/main" id="{7AD834A9-8E71-44B4-35D6-1DE3E6DC381D}"/>
              </a:ext>
            </a:extLst>
          </p:cNvPr>
          <p:cNvCxnSpPr>
            <a:cxnSpLocks/>
          </p:cNvCxnSpPr>
          <p:nvPr/>
        </p:nvCxnSpPr>
        <p:spPr>
          <a:xfrm>
            <a:off x="5914353" y="2955419"/>
            <a:ext cx="11458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34571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193DD7-0BFF-4821-A06B-9E902CCAC95B}"/>
              </a:ext>
            </a:extLst>
          </p:cNvPr>
          <p:cNvSpPr txBox="1"/>
          <p:nvPr/>
        </p:nvSpPr>
        <p:spPr>
          <a:xfrm>
            <a:off x="1329037" y="-10579"/>
            <a:ext cx="9533916" cy="307777"/>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1.1.1 Deployment Chart : Manage xxx</a:t>
            </a:r>
          </a:p>
        </p:txBody>
      </p:sp>
      <p:graphicFrame>
        <p:nvGraphicFramePr>
          <p:cNvPr id="39" name="Table 38">
            <a:extLst>
              <a:ext uri="{FF2B5EF4-FFF2-40B4-BE49-F238E27FC236}">
                <a16:creationId xmlns:a16="http://schemas.microsoft.com/office/drawing/2014/main" id="{A4AC541D-A7E9-49FD-9AA5-C2B3924AAA09}"/>
              </a:ext>
            </a:extLst>
          </p:cNvPr>
          <p:cNvGraphicFramePr>
            <a:graphicFrameLocks noGrp="1"/>
          </p:cNvGraphicFramePr>
          <p:nvPr>
            <p:extLst>
              <p:ext uri="{D42A27DB-BD31-4B8C-83A1-F6EECF244321}">
                <p14:modId xmlns:p14="http://schemas.microsoft.com/office/powerpoint/2010/main" val="3181339498"/>
              </p:ext>
            </p:extLst>
          </p:nvPr>
        </p:nvGraphicFramePr>
        <p:xfrm>
          <a:off x="1587" y="993126"/>
          <a:ext cx="12191071" cy="5864874"/>
        </p:xfrm>
        <a:graphic>
          <a:graphicData uri="http://schemas.openxmlformats.org/drawingml/2006/table">
            <a:tbl>
              <a:tblPr firstCol="1" bandRow="1">
                <a:tableStyleId>{5C22544A-7EE6-4342-B048-85BDC9FD1C3A}</a:tableStyleId>
              </a:tblPr>
              <a:tblGrid>
                <a:gridCol w="1598400">
                  <a:extLst>
                    <a:ext uri="{9D8B030D-6E8A-4147-A177-3AD203B41FA5}">
                      <a16:colId xmlns:a16="http://schemas.microsoft.com/office/drawing/2014/main" val="20000"/>
                    </a:ext>
                  </a:extLst>
                </a:gridCol>
                <a:gridCol w="10592671">
                  <a:extLst>
                    <a:ext uri="{9D8B030D-6E8A-4147-A177-3AD203B41FA5}">
                      <a16:colId xmlns:a16="http://schemas.microsoft.com/office/drawing/2014/main" val="20001"/>
                    </a:ext>
                  </a:extLst>
                </a:gridCol>
              </a:tblGrid>
              <a:tr h="1954958">
                <a:tc>
                  <a:txBody>
                    <a:bodyPr/>
                    <a:lstStyle/>
                    <a:p>
                      <a:pPr algn="ctr"/>
                      <a:r>
                        <a:rPr lang="en-US" sz="1600" dirty="0">
                          <a:latin typeface="Trebuchet MS" panose="020B0603020202020204" pitchFamily="34" charset="0"/>
                        </a:rPr>
                        <a:t>xxx</a:t>
                      </a:r>
                    </a:p>
                  </a:txBody>
                  <a:tcPr marL="91416" marR="91416" marT="45714" marB="45714" anchor="ctr">
                    <a:solidFill>
                      <a:srgbClr val="4472C4"/>
                    </a:solidFill>
                  </a:tcPr>
                </a:tc>
                <a:tc>
                  <a:txBody>
                    <a:bodyPr/>
                    <a:lstStyle/>
                    <a:p>
                      <a:endParaRPr lang="en-GB" sz="1800" dirty="0"/>
                    </a:p>
                  </a:txBody>
                  <a:tcPr marL="91416" marR="91416" marT="45714" marB="45714"/>
                </a:tc>
                <a:extLst>
                  <a:ext uri="{0D108BD9-81ED-4DB2-BD59-A6C34878D82A}">
                    <a16:rowId xmlns:a16="http://schemas.microsoft.com/office/drawing/2014/main" val="1394883968"/>
                  </a:ext>
                </a:extLst>
              </a:tr>
              <a:tr h="1954958">
                <a:tc>
                  <a:txBody>
                    <a:bodyPr/>
                    <a:lstStyle/>
                    <a:p>
                      <a:pPr algn="ctr"/>
                      <a:r>
                        <a:rPr lang="en-US" sz="1600" dirty="0">
                          <a:latin typeface="Trebuchet MS" panose="020B0603020202020204" pitchFamily="34" charset="0"/>
                        </a:rPr>
                        <a:t>xx</a:t>
                      </a:r>
                    </a:p>
                  </a:txBody>
                  <a:tcPr marL="91416" marR="91416" marT="45714" marB="45714" anchor="ctr">
                    <a:solidFill>
                      <a:srgbClr val="4472C4"/>
                    </a:solidFill>
                  </a:tcPr>
                </a:tc>
                <a:tc>
                  <a:txBody>
                    <a:bodyPr/>
                    <a:lstStyle/>
                    <a:p>
                      <a:endParaRPr lang="en-GB" sz="1800" dirty="0"/>
                    </a:p>
                  </a:txBody>
                  <a:tcPr marL="91416" marR="91416" marT="45714" marB="45714"/>
                </a:tc>
                <a:extLst>
                  <a:ext uri="{0D108BD9-81ED-4DB2-BD59-A6C34878D82A}">
                    <a16:rowId xmlns:a16="http://schemas.microsoft.com/office/drawing/2014/main" val="10000"/>
                  </a:ext>
                </a:extLst>
              </a:tr>
              <a:tr h="1954958">
                <a:tc>
                  <a:txBody>
                    <a:bodyPr/>
                    <a:lstStyle/>
                    <a:p>
                      <a:pPr algn="ctr"/>
                      <a:r>
                        <a:rPr lang="en-US" sz="1600" dirty="0">
                          <a:latin typeface="Trebuchet MS" panose="020B0603020202020204" pitchFamily="34" charset="0"/>
                        </a:rPr>
                        <a:t>xx</a:t>
                      </a:r>
                    </a:p>
                  </a:txBody>
                  <a:tcPr marL="91416" marR="91416" marT="45714" marB="45714" anchor="ctr">
                    <a:solidFill>
                      <a:srgbClr val="4472C4"/>
                    </a:solidFill>
                  </a:tcPr>
                </a:tc>
                <a:tc>
                  <a:txBody>
                    <a:bodyPr/>
                    <a:lstStyle/>
                    <a:p>
                      <a:endParaRPr lang="en-GB" sz="1800" dirty="0"/>
                    </a:p>
                  </a:txBody>
                  <a:tcPr marL="91416" marR="91416" marT="45714" marB="45714"/>
                </a:tc>
                <a:extLst>
                  <a:ext uri="{0D108BD9-81ED-4DB2-BD59-A6C34878D82A}">
                    <a16:rowId xmlns:a16="http://schemas.microsoft.com/office/drawing/2014/main" val="1147309905"/>
                  </a:ext>
                </a:extLst>
              </a:tr>
            </a:tbl>
          </a:graphicData>
        </a:graphic>
      </p:graphicFrame>
      <p:cxnSp>
        <p:nvCxnSpPr>
          <p:cNvPr id="43" name="Connector: Elbow 42">
            <a:extLst>
              <a:ext uri="{FF2B5EF4-FFF2-40B4-BE49-F238E27FC236}">
                <a16:creationId xmlns:a16="http://schemas.microsoft.com/office/drawing/2014/main" id="{F1027075-63DF-4040-B479-0E553863CAB4}"/>
              </a:ext>
            </a:extLst>
          </p:cNvPr>
          <p:cNvCxnSpPr>
            <a:cxnSpLocks/>
            <a:stCxn id="20" idx="3"/>
            <a:endCxn id="36" idx="1"/>
          </p:cNvCxnSpPr>
          <p:nvPr/>
        </p:nvCxnSpPr>
        <p:spPr>
          <a:xfrm>
            <a:off x="2976528" y="2347427"/>
            <a:ext cx="537628" cy="60785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71" name="TextBox 29">
            <a:extLst>
              <a:ext uri="{FF2B5EF4-FFF2-40B4-BE49-F238E27FC236}">
                <a16:creationId xmlns:a16="http://schemas.microsoft.com/office/drawing/2014/main" id="{CDAB5A3B-2005-4929-96DA-8E34AAC23C1E}"/>
              </a:ext>
            </a:extLst>
          </p:cNvPr>
          <p:cNvSpPr txBox="1"/>
          <p:nvPr/>
        </p:nvSpPr>
        <p:spPr>
          <a:xfrm>
            <a:off x="3475023" y="706936"/>
            <a:ext cx="1157211" cy="276999"/>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xx</a:t>
            </a:r>
          </a:p>
        </p:txBody>
      </p:sp>
      <p:sp>
        <p:nvSpPr>
          <p:cNvPr id="87" name="TextBox 29">
            <a:extLst>
              <a:ext uri="{FF2B5EF4-FFF2-40B4-BE49-F238E27FC236}">
                <a16:creationId xmlns:a16="http://schemas.microsoft.com/office/drawing/2014/main" id="{7B129B24-1D8F-44CD-98CB-6EAAC8CC59A9}"/>
              </a:ext>
            </a:extLst>
          </p:cNvPr>
          <p:cNvSpPr txBox="1"/>
          <p:nvPr/>
        </p:nvSpPr>
        <p:spPr>
          <a:xfrm>
            <a:off x="5516866" y="679010"/>
            <a:ext cx="1157211" cy="276999"/>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xx</a:t>
            </a:r>
          </a:p>
        </p:txBody>
      </p:sp>
      <p:sp>
        <p:nvSpPr>
          <p:cNvPr id="95" name="TextBox 29">
            <a:extLst>
              <a:ext uri="{FF2B5EF4-FFF2-40B4-BE49-F238E27FC236}">
                <a16:creationId xmlns:a16="http://schemas.microsoft.com/office/drawing/2014/main" id="{A87FFD5A-946E-411B-831C-31BA4A90D678}"/>
              </a:ext>
            </a:extLst>
          </p:cNvPr>
          <p:cNvSpPr txBox="1"/>
          <p:nvPr/>
        </p:nvSpPr>
        <p:spPr>
          <a:xfrm>
            <a:off x="7558709" y="679010"/>
            <a:ext cx="1157211" cy="276999"/>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xx</a:t>
            </a:r>
          </a:p>
        </p:txBody>
      </p:sp>
      <p:sp>
        <p:nvSpPr>
          <p:cNvPr id="36" name="Rectangle: Rounded Corners 35">
            <a:extLst>
              <a:ext uri="{FF2B5EF4-FFF2-40B4-BE49-F238E27FC236}">
                <a16:creationId xmlns:a16="http://schemas.microsoft.com/office/drawing/2014/main" id="{4EF9EB13-FDD3-4F42-9AA7-D9FB0B23C2CC}"/>
              </a:ext>
            </a:extLst>
          </p:cNvPr>
          <p:cNvSpPr/>
          <p:nvPr/>
        </p:nvSpPr>
        <p:spPr>
          <a:xfrm>
            <a:off x="3514156" y="993126"/>
            <a:ext cx="1080000" cy="3924313"/>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xxx</a:t>
            </a:r>
          </a:p>
        </p:txBody>
      </p:sp>
      <p:sp>
        <p:nvSpPr>
          <p:cNvPr id="37" name="Rectangle: Rounded Corners 36">
            <a:extLst>
              <a:ext uri="{FF2B5EF4-FFF2-40B4-BE49-F238E27FC236}">
                <a16:creationId xmlns:a16="http://schemas.microsoft.com/office/drawing/2014/main" id="{2BED94A9-CCA4-4AD8-8DD8-686EFD0414C2}"/>
              </a:ext>
            </a:extLst>
          </p:cNvPr>
          <p:cNvSpPr/>
          <p:nvPr/>
        </p:nvSpPr>
        <p:spPr>
          <a:xfrm>
            <a:off x="5556000" y="993126"/>
            <a:ext cx="1080000" cy="3924313"/>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xxx</a:t>
            </a:r>
          </a:p>
        </p:txBody>
      </p:sp>
      <p:sp>
        <p:nvSpPr>
          <p:cNvPr id="42" name="Rectangle: Rounded Corners 41">
            <a:extLst>
              <a:ext uri="{FF2B5EF4-FFF2-40B4-BE49-F238E27FC236}">
                <a16:creationId xmlns:a16="http://schemas.microsoft.com/office/drawing/2014/main" id="{D04ACA6A-73F1-4551-B507-DE717751575C}"/>
              </a:ext>
            </a:extLst>
          </p:cNvPr>
          <p:cNvSpPr/>
          <p:nvPr/>
        </p:nvSpPr>
        <p:spPr>
          <a:xfrm>
            <a:off x="7597317" y="1013446"/>
            <a:ext cx="1080000" cy="3903993"/>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xxx</a:t>
            </a:r>
          </a:p>
        </p:txBody>
      </p:sp>
      <p:sp>
        <p:nvSpPr>
          <p:cNvPr id="46" name="Oval 45">
            <a:extLst>
              <a:ext uri="{FF2B5EF4-FFF2-40B4-BE49-F238E27FC236}">
                <a16:creationId xmlns:a16="http://schemas.microsoft.com/office/drawing/2014/main" id="{BD634C92-4A3B-4D7A-B951-2712C02D29D3}"/>
              </a:ext>
            </a:extLst>
          </p:cNvPr>
          <p:cNvSpPr/>
          <p:nvPr/>
        </p:nvSpPr>
        <p:spPr>
          <a:xfrm>
            <a:off x="9234824" y="1191288"/>
            <a:ext cx="1229976" cy="124711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xxx</a:t>
            </a:r>
          </a:p>
        </p:txBody>
      </p:sp>
      <p:cxnSp>
        <p:nvCxnSpPr>
          <p:cNvPr id="48" name="Connector: Elbow 47">
            <a:extLst>
              <a:ext uri="{FF2B5EF4-FFF2-40B4-BE49-F238E27FC236}">
                <a16:creationId xmlns:a16="http://schemas.microsoft.com/office/drawing/2014/main" id="{A5645A03-AE3A-4967-84A6-C2B8A1B941BB}"/>
              </a:ext>
            </a:extLst>
          </p:cNvPr>
          <p:cNvCxnSpPr>
            <a:cxnSpLocks/>
            <a:stCxn id="36" idx="3"/>
            <a:endCxn id="37" idx="1"/>
          </p:cNvCxnSpPr>
          <p:nvPr/>
        </p:nvCxnSpPr>
        <p:spPr>
          <a:xfrm>
            <a:off x="4594156" y="2955283"/>
            <a:ext cx="96184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Connector: Elbow 50">
            <a:extLst>
              <a:ext uri="{FF2B5EF4-FFF2-40B4-BE49-F238E27FC236}">
                <a16:creationId xmlns:a16="http://schemas.microsoft.com/office/drawing/2014/main" id="{684560BF-18CA-4D0C-9448-D419E3970D3C}"/>
              </a:ext>
            </a:extLst>
          </p:cNvPr>
          <p:cNvCxnSpPr>
            <a:cxnSpLocks/>
            <a:stCxn id="42" idx="3"/>
            <a:endCxn id="46" idx="2"/>
          </p:cNvCxnSpPr>
          <p:nvPr/>
        </p:nvCxnSpPr>
        <p:spPr>
          <a:xfrm flipV="1">
            <a:off x="8677317" y="1814844"/>
            <a:ext cx="557507" cy="115059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4" name="Straight Connector 73">
            <a:extLst>
              <a:ext uri="{FF2B5EF4-FFF2-40B4-BE49-F238E27FC236}">
                <a16:creationId xmlns:a16="http://schemas.microsoft.com/office/drawing/2014/main" id="{2D17E2DB-CF2B-4D1B-9CB9-C4B42D2F7740}"/>
              </a:ext>
            </a:extLst>
          </p:cNvPr>
          <p:cNvCxnSpPr/>
          <p:nvPr/>
        </p:nvCxnSpPr>
        <p:spPr>
          <a:xfrm>
            <a:off x="7116394" y="368069"/>
            <a:ext cx="0" cy="6567235"/>
          </a:xfrm>
          <a:prstGeom prst="line">
            <a:avLst/>
          </a:prstGeom>
          <a:ln>
            <a:solidFill>
              <a:srgbClr val="C00000"/>
            </a:solidFill>
            <a:prstDash val="dash"/>
          </a:ln>
        </p:spPr>
        <p:style>
          <a:lnRef idx="1">
            <a:schemeClr val="accent4"/>
          </a:lnRef>
          <a:fillRef idx="0">
            <a:schemeClr val="accent4"/>
          </a:fillRef>
          <a:effectRef idx="0">
            <a:schemeClr val="accent4"/>
          </a:effectRef>
          <a:fontRef idx="minor">
            <a:schemeClr val="tx1"/>
          </a:fontRef>
        </p:style>
      </p:cxnSp>
      <p:cxnSp>
        <p:nvCxnSpPr>
          <p:cNvPr id="75" name="Straight Connector 74">
            <a:extLst>
              <a:ext uri="{FF2B5EF4-FFF2-40B4-BE49-F238E27FC236}">
                <a16:creationId xmlns:a16="http://schemas.microsoft.com/office/drawing/2014/main" id="{AC5548BB-786B-41A1-B2C1-7AFCE241CD0D}"/>
              </a:ext>
            </a:extLst>
          </p:cNvPr>
          <p:cNvCxnSpPr/>
          <p:nvPr/>
        </p:nvCxnSpPr>
        <p:spPr>
          <a:xfrm>
            <a:off x="5074550" y="317269"/>
            <a:ext cx="0" cy="6567235"/>
          </a:xfrm>
          <a:prstGeom prst="line">
            <a:avLst/>
          </a:prstGeom>
          <a:ln>
            <a:solidFill>
              <a:srgbClr val="C00000"/>
            </a:solidFill>
            <a:prstDash val="dash"/>
          </a:ln>
        </p:spPr>
        <p:style>
          <a:lnRef idx="1">
            <a:schemeClr val="accent4"/>
          </a:lnRef>
          <a:fillRef idx="0">
            <a:schemeClr val="accent4"/>
          </a:fillRef>
          <a:effectRef idx="0">
            <a:schemeClr val="accent4"/>
          </a:effectRef>
          <a:fontRef idx="minor">
            <a:schemeClr val="tx1"/>
          </a:fontRef>
        </p:style>
      </p:cxnSp>
      <p:sp>
        <p:nvSpPr>
          <p:cNvPr id="20" name="TextBox 19">
            <a:extLst>
              <a:ext uri="{FF2B5EF4-FFF2-40B4-BE49-F238E27FC236}">
                <a16:creationId xmlns:a16="http://schemas.microsoft.com/office/drawing/2014/main" id="{86DB165E-16DB-4DAA-A735-7FAD54C145C3}"/>
              </a:ext>
            </a:extLst>
          </p:cNvPr>
          <p:cNvSpPr txBox="1"/>
          <p:nvPr/>
        </p:nvSpPr>
        <p:spPr>
          <a:xfrm>
            <a:off x="2205081" y="2024303"/>
            <a:ext cx="771447" cy="64624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rebuchet MS"/>
                <a:ea typeface="+mn-ea"/>
                <a:cs typeface="+mn-cs"/>
              </a:rPr>
              <a:t>From Previous Page</a:t>
            </a:r>
          </a:p>
        </p:txBody>
      </p:sp>
      <p:sp>
        <p:nvSpPr>
          <p:cNvPr id="64" name="TextBox 63">
            <a:extLst>
              <a:ext uri="{FF2B5EF4-FFF2-40B4-BE49-F238E27FC236}">
                <a16:creationId xmlns:a16="http://schemas.microsoft.com/office/drawing/2014/main" id="{F74DE65D-8B4D-4845-A890-DDAD65B19083}"/>
              </a:ext>
            </a:extLst>
          </p:cNvPr>
          <p:cNvSpPr txBox="1"/>
          <p:nvPr/>
        </p:nvSpPr>
        <p:spPr>
          <a:xfrm>
            <a:off x="3450733" y="4917439"/>
            <a:ext cx="1142368" cy="276999"/>
          </a:xfrm>
          <a:prstGeom prst="rect">
            <a:avLst/>
          </a:prstGeom>
          <a:solidFill>
            <a:schemeClr val="bg2">
              <a:lumMod val="9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altLang="en-US" sz="12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xxx</a:t>
            </a:r>
          </a:p>
        </p:txBody>
      </p:sp>
      <p:sp>
        <p:nvSpPr>
          <p:cNvPr id="65" name="TextBox 64">
            <a:extLst>
              <a:ext uri="{FF2B5EF4-FFF2-40B4-BE49-F238E27FC236}">
                <a16:creationId xmlns:a16="http://schemas.microsoft.com/office/drawing/2014/main" id="{AD9E9F74-4B27-4A5A-8ABE-ADAF5E22ECAC}"/>
              </a:ext>
            </a:extLst>
          </p:cNvPr>
          <p:cNvSpPr txBox="1"/>
          <p:nvPr/>
        </p:nvSpPr>
        <p:spPr>
          <a:xfrm>
            <a:off x="7596789" y="4907280"/>
            <a:ext cx="1142368" cy="276999"/>
          </a:xfrm>
          <a:prstGeom prst="rect">
            <a:avLst/>
          </a:prstGeom>
          <a:solidFill>
            <a:schemeClr val="bg2">
              <a:lumMod val="9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altLang="en-US" sz="12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xxx</a:t>
            </a:r>
          </a:p>
        </p:txBody>
      </p:sp>
      <p:cxnSp>
        <p:nvCxnSpPr>
          <p:cNvPr id="24" name="Connector: Elbow 47">
            <a:extLst>
              <a:ext uri="{FF2B5EF4-FFF2-40B4-BE49-F238E27FC236}">
                <a16:creationId xmlns:a16="http://schemas.microsoft.com/office/drawing/2014/main" id="{837B18AD-E8CA-5478-F54E-59DE803EAD96}"/>
              </a:ext>
            </a:extLst>
          </p:cNvPr>
          <p:cNvCxnSpPr>
            <a:cxnSpLocks/>
          </p:cNvCxnSpPr>
          <p:nvPr/>
        </p:nvCxnSpPr>
        <p:spPr>
          <a:xfrm>
            <a:off x="6634945" y="2965442"/>
            <a:ext cx="96184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00695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69FFE68-F800-4430-97BE-50B1D3F8A598}"/>
              </a:ext>
            </a:extLst>
          </p:cNvPr>
          <p:cNvGraphicFramePr>
            <a:graphicFrameLocks noGrp="1"/>
          </p:cNvGraphicFramePr>
          <p:nvPr>
            <p:extLst>
              <p:ext uri="{D42A27DB-BD31-4B8C-83A1-F6EECF244321}">
                <p14:modId xmlns:p14="http://schemas.microsoft.com/office/powerpoint/2010/main" val="415949634"/>
              </p:ext>
            </p:extLst>
          </p:nvPr>
        </p:nvGraphicFramePr>
        <p:xfrm>
          <a:off x="1586" y="992400"/>
          <a:ext cx="12188826" cy="5885672"/>
        </p:xfrm>
        <a:graphic>
          <a:graphicData uri="http://schemas.openxmlformats.org/drawingml/2006/table">
            <a:tbl>
              <a:tblPr firstCol="1" bandRow="1">
                <a:tableStyleId>{5C22544A-7EE6-4342-B048-85BDC9FD1C3A}</a:tableStyleId>
              </a:tblPr>
              <a:tblGrid>
                <a:gridCol w="1596155">
                  <a:extLst>
                    <a:ext uri="{9D8B030D-6E8A-4147-A177-3AD203B41FA5}">
                      <a16:colId xmlns:a16="http://schemas.microsoft.com/office/drawing/2014/main" val="20000"/>
                    </a:ext>
                  </a:extLst>
                </a:gridCol>
                <a:gridCol w="10592671">
                  <a:extLst>
                    <a:ext uri="{9D8B030D-6E8A-4147-A177-3AD203B41FA5}">
                      <a16:colId xmlns:a16="http://schemas.microsoft.com/office/drawing/2014/main" val="20001"/>
                    </a:ext>
                  </a:extLst>
                </a:gridCol>
              </a:tblGrid>
              <a:tr h="14714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dirty="0">
                          <a:latin typeface="Trebuchet MS" panose="020B0603020202020204" pitchFamily="34" charset="0"/>
                        </a:rPr>
                        <a:t>xx</a:t>
                      </a:r>
                    </a:p>
                  </a:txBody>
                  <a:tcPr marL="91416" marR="91416" marT="45714" marB="45714" anchor="ctr">
                    <a:solidFill>
                      <a:srgbClr val="4472C4"/>
                    </a:solidFill>
                  </a:tcPr>
                </a:tc>
                <a:tc>
                  <a:txBody>
                    <a:bodyPr/>
                    <a:lstStyle/>
                    <a:p>
                      <a:endParaRPr lang="en-GB" sz="1800" dirty="0"/>
                    </a:p>
                  </a:txBody>
                  <a:tcPr marL="91416" marR="91416" marT="45714" marB="45714"/>
                </a:tc>
                <a:extLst>
                  <a:ext uri="{0D108BD9-81ED-4DB2-BD59-A6C34878D82A}">
                    <a16:rowId xmlns:a16="http://schemas.microsoft.com/office/drawing/2014/main" val="1394883968"/>
                  </a:ext>
                </a:extLst>
              </a:tr>
              <a:tr h="14714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dirty="0">
                          <a:latin typeface="Trebuchet MS" panose="020B0603020202020204" pitchFamily="34" charset="0"/>
                        </a:rPr>
                        <a:t>xx</a:t>
                      </a:r>
                    </a:p>
                  </a:txBody>
                  <a:tcPr marL="91416" marR="91416" marT="45714" marB="45714" anchor="ctr">
                    <a:solidFill>
                      <a:srgbClr val="4472C4"/>
                    </a:solidFill>
                  </a:tcPr>
                </a:tc>
                <a:tc>
                  <a:txBody>
                    <a:bodyPr/>
                    <a:lstStyle/>
                    <a:p>
                      <a:endParaRPr lang="en-GB" sz="1800" dirty="0"/>
                    </a:p>
                  </a:txBody>
                  <a:tcPr marL="91416" marR="91416" marT="45714" marB="45714"/>
                </a:tc>
                <a:extLst>
                  <a:ext uri="{0D108BD9-81ED-4DB2-BD59-A6C34878D82A}">
                    <a16:rowId xmlns:a16="http://schemas.microsoft.com/office/drawing/2014/main" val="10000"/>
                  </a:ext>
                </a:extLst>
              </a:tr>
              <a:tr h="14714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dirty="0">
                          <a:latin typeface="Trebuchet MS" panose="020B0603020202020204" pitchFamily="34" charset="0"/>
                        </a:rPr>
                        <a:t>xx</a:t>
                      </a:r>
                    </a:p>
                  </a:txBody>
                  <a:tcPr marL="91416" marR="91416" marT="45714" marB="45714" anchor="ctr">
                    <a:solidFill>
                      <a:srgbClr val="4472C4"/>
                    </a:solidFill>
                  </a:tcPr>
                </a:tc>
                <a:tc>
                  <a:txBody>
                    <a:bodyPr/>
                    <a:lstStyle/>
                    <a:p>
                      <a:endParaRPr lang="en-GB" sz="1800" dirty="0"/>
                    </a:p>
                  </a:txBody>
                  <a:tcPr marL="91416" marR="91416" marT="45714" marB="45714"/>
                </a:tc>
                <a:extLst>
                  <a:ext uri="{0D108BD9-81ED-4DB2-BD59-A6C34878D82A}">
                    <a16:rowId xmlns:a16="http://schemas.microsoft.com/office/drawing/2014/main" val="1296891411"/>
                  </a:ext>
                </a:extLst>
              </a:tr>
              <a:tr h="14714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dirty="0">
                          <a:latin typeface="Trebuchet MS" panose="020B0603020202020204" pitchFamily="34" charset="0"/>
                        </a:rPr>
                        <a:t>xx</a:t>
                      </a:r>
                    </a:p>
                  </a:txBody>
                  <a:tcPr marL="91416" marR="91416" marT="45714" marB="45714" anchor="ctr">
                    <a:solidFill>
                      <a:srgbClr val="4472C4"/>
                    </a:solidFill>
                  </a:tcPr>
                </a:tc>
                <a:tc>
                  <a:txBody>
                    <a:bodyPr/>
                    <a:lstStyle/>
                    <a:p>
                      <a:endParaRPr lang="en-GB" sz="1800" dirty="0"/>
                    </a:p>
                  </a:txBody>
                  <a:tcPr marL="91416" marR="91416" marT="45714" marB="45714"/>
                </a:tc>
                <a:extLst>
                  <a:ext uri="{0D108BD9-81ED-4DB2-BD59-A6C34878D82A}">
                    <a16:rowId xmlns:a16="http://schemas.microsoft.com/office/drawing/2014/main" val="3801825793"/>
                  </a:ext>
                </a:extLst>
              </a:tr>
            </a:tbl>
          </a:graphicData>
        </a:graphic>
      </p:graphicFrame>
      <p:sp>
        <p:nvSpPr>
          <p:cNvPr id="7" name="Rectangle: Rounded Corners 6">
            <a:extLst>
              <a:ext uri="{FF2B5EF4-FFF2-40B4-BE49-F238E27FC236}">
                <a16:creationId xmlns:a16="http://schemas.microsoft.com/office/drawing/2014/main" id="{A8997E43-ABEE-4EFF-BBF8-AF3613AF48BB}"/>
              </a:ext>
            </a:extLst>
          </p:cNvPr>
          <p:cNvSpPr/>
          <p:nvPr/>
        </p:nvSpPr>
        <p:spPr>
          <a:xfrm>
            <a:off x="2911832" y="1016015"/>
            <a:ext cx="1080000" cy="2519666"/>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sp>
        <p:nvSpPr>
          <p:cNvPr id="9" name="Rectangle: Rounded Corners 8">
            <a:extLst>
              <a:ext uri="{FF2B5EF4-FFF2-40B4-BE49-F238E27FC236}">
                <a16:creationId xmlns:a16="http://schemas.microsoft.com/office/drawing/2014/main" id="{BF74635A-7FC9-45A6-9F5F-C8B02CDCDD6F}"/>
              </a:ext>
            </a:extLst>
          </p:cNvPr>
          <p:cNvSpPr/>
          <p:nvPr/>
        </p:nvSpPr>
        <p:spPr>
          <a:xfrm>
            <a:off x="5579106" y="992401"/>
            <a:ext cx="1080000" cy="2543280"/>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a:t>
            </a:r>
          </a:p>
        </p:txBody>
      </p:sp>
      <p:sp>
        <p:nvSpPr>
          <p:cNvPr id="10" name="Rectangle: Rounded Corners 9">
            <a:extLst>
              <a:ext uri="{FF2B5EF4-FFF2-40B4-BE49-F238E27FC236}">
                <a16:creationId xmlns:a16="http://schemas.microsoft.com/office/drawing/2014/main" id="{532E9C7D-354E-424E-9D23-9E362942E811}"/>
              </a:ext>
            </a:extLst>
          </p:cNvPr>
          <p:cNvSpPr/>
          <p:nvPr/>
        </p:nvSpPr>
        <p:spPr>
          <a:xfrm>
            <a:off x="6907405" y="1016015"/>
            <a:ext cx="1080000" cy="2519666"/>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sp>
        <p:nvSpPr>
          <p:cNvPr id="11" name="Rectangle: Rounded Corners 10">
            <a:extLst>
              <a:ext uri="{FF2B5EF4-FFF2-40B4-BE49-F238E27FC236}">
                <a16:creationId xmlns:a16="http://schemas.microsoft.com/office/drawing/2014/main" id="{2CE81A32-B191-4744-8C1D-DF7F36D61B8D}"/>
              </a:ext>
            </a:extLst>
          </p:cNvPr>
          <p:cNvSpPr/>
          <p:nvPr/>
        </p:nvSpPr>
        <p:spPr>
          <a:xfrm>
            <a:off x="8271658" y="4246895"/>
            <a:ext cx="1080000" cy="2519666"/>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sp>
        <p:nvSpPr>
          <p:cNvPr id="12" name="Rectangle: Rounded Corners 11">
            <a:extLst>
              <a:ext uri="{FF2B5EF4-FFF2-40B4-BE49-F238E27FC236}">
                <a16:creationId xmlns:a16="http://schemas.microsoft.com/office/drawing/2014/main" id="{292F8E31-129E-4857-AA19-F7E0A7B1C244}"/>
              </a:ext>
            </a:extLst>
          </p:cNvPr>
          <p:cNvSpPr/>
          <p:nvPr/>
        </p:nvSpPr>
        <p:spPr>
          <a:xfrm>
            <a:off x="9617100" y="2483316"/>
            <a:ext cx="1080000" cy="2931963"/>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sp>
        <p:nvSpPr>
          <p:cNvPr id="14" name="Oval 13">
            <a:extLst>
              <a:ext uri="{FF2B5EF4-FFF2-40B4-BE49-F238E27FC236}">
                <a16:creationId xmlns:a16="http://schemas.microsoft.com/office/drawing/2014/main" id="{1660F7AC-9E4F-4D5D-AB40-E443816CDFEB}"/>
              </a:ext>
            </a:extLst>
          </p:cNvPr>
          <p:cNvSpPr/>
          <p:nvPr/>
        </p:nvSpPr>
        <p:spPr>
          <a:xfrm>
            <a:off x="10833840" y="3374823"/>
            <a:ext cx="1061546" cy="112082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sp>
        <p:nvSpPr>
          <p:cNvPr id="15" name="Oval 14">
            <a:extLst>
              <a:ext uri="{FF2B5EF4-FFF2-40B4-BE49-F238E27FC236}">
                <a16:creationId xmlns:a16="http://schemas.microsoft.com/office/drawing/2014/main" id="{7A85E449-E016-4181-9146-D5E3558BF8EB}"/>
              </a:ext>
            </a:extLst>
          </p:cNvPr>
          <p:cNvSpPr/>
          <p:nvPr/>
        </p:nvSpPr>
        <p:spPr>
          <a:xfrm>
            <a:off x="1587613" y="1330528"/>
            <a:ext cx="1165494" cy="1140982"/>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cxnSp>
        <p:nvCxnSpPr>
          <p:cNvPr id="17" name="Connector: Elbow 16">
            <a:extLst>
              <a:ext uri="{FF2B5EF4-FFF2-40B4-BE49-F238E27FC236}">
                <a16:creationId xmlns:a16="http://schemas.microsoft.com/office/drawing/2014/main" id="{611ECB42-A8A9-4DAF-A952-9E2021E13AC7}"/>
              </a:ext>
            </a:extLst>
          </p:cNvPr>
          <p:cNvCxnSpPr>
            <a:cxnSpLocks/>
            <a:stCxn id="15" idx="6"/>
            <a:endCxn id="7" idx="1"/>
          </p:cNvCxnSpPr>
          <p:nvPr/>
        </p:nvCxnSpPr>
        <p:spPr>
          <a:xfrm>
            <a:off x="2753107" y="1901019"/>
            <a:ext cx="158725" cy="37482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8" name="Connector: Elbow 22">
            <a:extLst>
              <a:ext uri="{FF2B5EF4-FFF2-40B4-BE49-F238E27FC236}">
                <a16:creationId xmlns:a16="http://schemas.microsoft.com/office/drawing/2014/main" id="{5AC04426-BC53-4506-830C-298165E504CF}"/>
              </a:ext>
            </a:extLst>
          </p:cNvPr>
          <p:cNvCxnSpPr>
            <a:cxnSpLocks/>
            <a:stCxn id="7" idx="3"/>
          </p:cNvCxnSpPr>
          <p:nvPr/>
        </p:nvCxnSpPr>
        <p:spPr>
          <a:xfrm>
            <a:off x="3991832" y="2275848"/>
            <a:ext cx="282954" cy="93521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ctor: Elbow 22">
            <a:extLst>
              <a:ext uri="{FF2B5EF4-FFF2-40B4-BE49-F238E27FC236}">
                <a16:creationId xmlns:a16="http://schemas.microsoft.com/office/drawing/2014/main" id="{BAFF7457-025B-4B63-9ACB-50D7245D94A4}"/>
              </a:ext>
            </a:extLst>
          </p:cNvPr>
          <p:cNvCxnSpPr>
            <a:cxnSpLocks/>
            <a:stCxn id="9" idx="3"/>
            <a:endCxn id="10" idx="1"/>
          </p:cNvCxnSpPr>
          <p:nvPr/>
        </p:nvCxnSpPr>
        <p:spPr>
          <a:xfrm>
            <a:off x="6659106" y="2264041"/>
            <a:ext cx="248299" cy="1180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0" name="Connector: Elbow 22">
            <a:extLst>
              <a:ext uri="{FF2B5EF4-FFF2-40B4-BE49-F238E27FC236}">
                <a16:creationId xmlns:a16="http://schemas.microsoft.com/office/drawing/2014/main" id="{A052F360-93D6-47B1-92FF-93E28025210C}"/>
              </a:ext>
            </a:extLst>
          </p:cNvPr>
          <p:cNvCxnSpPr>
            <a:cxnSpLocks/>
            <a:endCxn id="9" idx="1"/>
          </p:cNvCxnSpPr>
          <p:nvPr/>
        </p:nvCxnSpPr>
        <p:spPr>
          <a:xfrm rot="5400000" flipH="1" flipV="1">
            <a:off x="4970326" y="2602285"/>
            <a:ext cx="947024" cy="27053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1" name="Connector: Elbow 22">
            <a:extLst>
              <a:ext uri="{FF2B5EF4-FFF2-40B4-BE49-F238E27FC236}">
                <a16:creationId xmlns:a16="http://schemas.microsoft.com/office/drawing/2014/main" id="{E211B165-7A67-442C-B73D-79C730DC5025}"/>
              </a:ext>
            </a:extLst>
          </p:cNvPr>
          <p:cNvCxnSpPr>
            <a:cxnSpLocks/>
            <a:stCxn id="10" idx="3"/>
            <a:endCxn id="11" idx="1"/>
          </p:cNvCxnSpPr>
          <p:nvPr/>
        </p:nvCxnSpPr>
        <p:spPr>
          <a:xfrm>
            <a:off x="7987405" y="2275848"/>
            <a:ext cx="284253" cy="323088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2" name="Connector: Elbow 22">
            <a:extLst>
              <a:ext uri="{FF2B5EF4-FFF2-40B4-BE49-F238E27FC236}">
                <a16:creationId xmlns:a16="http://schemas.microsoft.com/office/drawing/2014/main" id="{49FFC661-02FD-4E63-B783-278E32A5C9F0}"/>
              </a:ext>
            </a:extLst>
          </p:cNvPr>
          <p:cNvCxnSpPr>
            <a:cxnSpLocks/>
            <a:stCxn id="11" idx="3"/>
            <a:endCxn id="12" idx="1"/>
          </p:cNvCxnSpPr>
          <p:nvPr/>
        </p:nvCxnSpPr>
        <p:spPr>
          <a:xfrm flipV="1">
            <a:off x="9351658" y="3949298"/>
            <a:ext cx="265442" cy="155743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3" name="Connector: Elbow 22">
            <a:extLst>
              <a:ext uri="{FF2B5EF4-FFF2-40B4-BE49-F238E27FC236}">
                <a16:creationId xmlns:a16="http://schemas.microsoft.com/office/drawing/2014/main" id="{A2428D04-9B0A-4ADF-928D-61F4337A587D}"/>
              </a:ext>
            </a:extLst>
          </p:cNvPr>
          <p:cNvCxnSpPr>
            <a:cxnSpLocks/>
            <a:stCxn id="12" idx="3"/>
            <a:endCxn id="14" idx="2"/>
          </p:cNvCxnSpPr>
          <p:nvPr/>
        </p:nvCxnSpPr>
        <p:spPr>
          <a:xfrm flipV="1">
            <a:off x="10697100" y="3935236"/>
            <a:ext cx="136740" cy="1406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51956DA6-7EF9-4549-B1FA-1032B51F6075}"/>
              </a:ext>
            </a:extLst>
          </p:cNvPr>
          <p:cNvSpPr txBox="1"/>
          <p:nvPr/>
        </p:nvSpPr>
        <p:spPr>
          <a:xfrm>
            <a:off x="1527817" y="-10579"/>
            <a:ext cx="9533916" cy="307777"/>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1.1.1 Deployment Chart : Manage xxx</a:t>
            </a:r>
          </a:p>
        </p:txBody>
      </p:sp>
      <p:cxnSp>
        <p:nvCxnSpPr>
          <p:cNvPr id="36" name="Straight Connector 35">
            <a:extLst>
              <a:ext uri="{FF2B5EF4-FFF2-40B4-BE49-F238E27FC236}">
                <a16:creationId xmlns:a16="http://schemas.microsoft.com/office/drawing/2014/main" id="{8179DDAD-6097-45B6-B056-3CD9DC7FA03B}"/>
              </a:ext>
            </a:extLst>
          </p:cNvPr>
          <p:cNvCxnSpPr/>
          <p:nvPr/>
        </p:nvCxnSpPr>
        <p:spPr>
          <a:xfrm>
            <a:off x="4110432" y="317269"/>
            <a:ext cx="0" cy="6567235"/>
          </a:xfrm>
          <a:prstGeom prst="line">
            <a:avLst/>
          </a:prstGeom>
          <a:ln>
            <a:solidFill>
              <a:srgbClr val="C00000"/>
            </a:solidFill>
            <a:prstDash val="dash"/>
          </a:ln>
        </p:spPr>
        <p:style>
          <a:lnRef idx="1">
            <a:schemeClr val="accent4"/>
          </a:lnRef>
          <a:fillRef idx="0">
            <a:schemeClr val="accent4"/>
          </a:fillRef>
          <a:effectRef idx="0">
            <a:schemeClr val="accent4"/>
          </a:effectRef>
          <a:fontRef idx="minor">
            <a:schemeClr val="tx1"/>
          </a:fontRef>
        </p:style>
      </p:cxnSp>
      <p:cxnSp>
        <p:nvCxnSpPr>
          <p:cNvPr id="38" name="Straight Connector 37">
            <a:extLst>
              <a:ext uri="{FF2B5EF4-FFF2-40B4-BE49-F238E27FC236}">
                <a16:creationId xmlns:a16="http://schemas.microsoft.com/office/drawing/2014/main" id="{0F27853A-9B60-4816-867A-3EFF3EC82B0A}"/>
              </a:ext>
            </a:extLst>
          </p:cNvPr>
          <p:cNvCxnSpPr/>
          <p:nvPr/>
        </p:nvCxnSpPr>
        <p:spPr>
          <a:xfrm>
            <a:off x="5454136" y="297198"/>
            <a:ext cx="0" cy="6567235"/>
          </a:xfrm>
          <a:prstGeom prst="line">
            <a:avLst/>
          </a:prstGeom>
          <a:ln>
            <a:solidFill>
              <a:srgbClr val="C00000"/>
            </a:solidFill>
            <a:prstDash val="dash"/>
          </a:ln>
        </p:spPr>
        <p:style>
          <a:lnRef idx="1">
            <a:schemeClr val="accent4"/>
          </a:lnRef>
          <a:fillRef idx="0">
            <a:schemeClr val="accent4"/>
          </a:fillRef>
          <a:effectRef idx="0">
            <a:schemeClr val="accent4"/>
          </a:effectRef>
          <a:fontRef idx="minor">
            <a:schemeClr val="tx1"/>
          </a:fontRef>
        </p:style>
      </p:cxnSp>
      <p:cxnSp>
        <p:nvCxnSpPr>
          <p:cNvPr id="39" name="Straight Connector 38">
            <a:extLst>
              <a:ext uri="{FF2B5EF4-FFF2-40B4-BE49-F238E27FC236}">
                <a16:creationId xmlns:a16="http://schemas.microsoft.com/office/drawing/2014/main" id="{6743068D-BED7-4A6C-B529-B0E454E1491C}"/>
              </a:ext>
            </a:extLst>
          </p:cNvPr>
          <p:cNvCxnSpPr/>
          <p:nvPr/>
        </p:nvCxnSpPr>
        <p:spPr>
          <a:xfrm>
            <a:off x="6783255" y="290765"/>
            <a:ext cx="0" cy="6567235"/>
          </a:xfrm>
          <a:prstGeom prst="line">
            <a:avLst/>
          </a:prstGeom>
          <a:ln>
            <a:solidFill>
              <a:srgbClr val="C00000"/>
            </a:solidFill>
            <a:prstDash val="dash"/>
          </a:ln>
        </p:spPr>
        <p:style>
          <a:lnRef idx="1">
            <a:schemeClr val="accent4"/>
          </a:lnRef>
          <a:fillRef idx="0">
            <a:schemeClr val="accent4"/>
          </a:fillRef>
          <a:effectRef idx="0">
            <a:schemeClr val="accent4"/>
          </a:effectRef>
          <a:fontRef idx="minor">
            <a:schemeClr val="tx1"/>
          </a:fontRef>
        </p:style>
      </p:cxnSp>
      <p:cxnSp>
        <p:nvCxnSpPr>
          <p:cNvPr id="40" name="Straight Connector 39">
            <a:extLst>
              <a:ext uri="{FF2B5EF4-FFF2-40B4-BE49-F238E27FC236}">
                <a16:creationId xmlns:a16="http://schemas.microsoft.com/office/drawing/2014/main" id="{53100FAB-DB80-4D45-905A-78DF4656A710}"/>
              </a:ext>
            </a:extLst>
          </p:cNvPr>
          <p:cNvCxnSpPr/>
          <p:nvPr/>
        </p:nvCxnSpPr>
        <p:spPr>
          <a:xfrm>
            <a:off x="8118905" y="297198"/>
            <a:ext cx="0" cy="6567235"/>
          </a:xfrm>
          <a:prstGeom prst="line">
            <a:avLst/>
          </a:prstGeom>
          <a:ln>
            <a:solidFill>
              <a:srgbClr val="C00000"/>
            </a:solidFill>
            <a:prstDash val="dash"/>
          </a:ln>
        </p:spPr>
        <p:style>
          <a:lnRef idx="1">
            <a:schemeClr val="accent4"/>
          </a:lnRef>
          <a:fillRef idx="0">
            <a:schemeClr val="accent4"/>
          </a:fillRef>
          <a:effectRef idx="0">
            <a:schemeClr val="accent4"/>
          </a:effectRef>
          <a:fontRef idx="minor">
            <a:schemeClr val="tx1"/>
          </a:fontRef>
        </p:style>
      </p:cxnSp>
      <p:cxnSp>
        <p:nvCxnSpPr>
          <p:cNvPr id="41" name="Straight Connector 40">
            <a:extLst>
              <a:ext uri="{FF2B5EF4-FFF2-40B4-BE49-F238E27FC236}">
                <a16:creationId xmlns:a16="http://schemas.microsoft.com/office/drawing/2014/main" id="{1E9F6B38-F119-4FC6-A0DE-E629F11B232B}"/>
              </a:ext>
            </a:extLst>
          </p:cNvPr>
          <p:cNvCxnSpPr/>
          <p:nvPr/>
        </p:nvCxnSpPr>
        <p:spPr>
          <a:xfrm>
            <a:off x="9450759" y="290764"/>
            <a:ext cx="0" cy="6567235"/>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0" name="TextBox 69">
            <a:extLst>
              <a:ext uri="{FF2B5EF4-FFF2-40B4-BE49-F238E27FC236}">
                <a16:creationId xmlns:a16="http://schemas.microsoft.com/office/drawing/2014/main" id="{5DB1B4D6-D8B8-4568-96B5-31681DBAF5C5}"/>
              </a:ext>
            </a:extLst>
          </p:cNvPr>
          <p:cNvSpPr txBox="1"/>
          <p:nvPr/>
        </p:nvSpPr>
        <p:spPr>
          <a:xfrm>
            <a:off x="2887896" y="691788"/>
            <a:ext cx="1170809" cy="276999"/>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MY" sz="1200" dirty="0">
                <a:solidFill>
                  <a:srgbClr val="000000"/>
                </a:solidFill>
                <a:latin typeface="Calibri" panose="020F0502020204030204" pitchFamily="34" charset="0"/>
                <a:cs typeface="Calibri" panose="020F0502020204030204" pitchFamily="34" charset="0"/>
              </a:rPr>
              <a:t>xx</a:t>
            </a:r>
            <a:endParaRPr kumimoji="0" lang="en-GB" sz="1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71" name="TextBox 70">
            <a:extLst>
              <a:ext uri="{FF2B5EF4-FFF2-40B4-BE49-F238E27FC236}">
                <a16:creationId xmlns:a16="http://schemas.microsoft.com/office/drawing/2014/main" id="{509C8F1C-2BEB-4F0B-96D6-F02A445D7B24}"/>
              </a:ext>
            </a:extLst>
          </p:cNvPr>
          <p:cNvSpPr txBox="1"/>
          <p:nvPr/>
        </p:nvSpPr>
        <p:spPr>
          <a:xfrm>
            <a:off x="4173654" y="691788"/>
            <a:ext cx="1170809" cy="276999"/>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MY" sz="1200" dirty="0">
                <a:solidFill>
                  <a:srgbClr val="000000"/>
                </a:solidFill>
                <a:latin typeface="Calibri" panose="020F0502020204030204" pitchFamily="34" charset="0"/>
                <a:cs typeface="Calibri" panose="020F0502020204030204" pitchFamily="34" charset="0"/>
              </a:rPr>
              <a:t>xx</a:t>
            </a:r>
            <a:endParaRPr kumimoji="0" lang="en-GB" sz="1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72" name="TextBox 71">
            <a:extLst>
              <a:ext uri="{FF2B5EF4-FFF2-40B4-BE49-F238E27FC236}">
                <a16:creationId xmlns:a16="http://schemas.microsoft.com/office/drawing/2014/main" id="{C19D0CE9-7EE0-4B0C-82B7-55D0A39A5EAE}"/>
              </a:ext>
            </a:extLst>
          </p:cNvPr>
          <p:cNvSpPr txBox="1"/>
          <p:nvPr/>
        </p:nvSpPr>
        <p:spPr>
          <a:xfrm>
            <a:off x="5530961" y="691788"/>
            <a:ext cx="1170809" cy="276999"/>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MY" sz="1200" dirty="0">
                <a:solidFill>
                  <a:srgbClr val="000000"/>
                </a:solidFill>
                <a:latin typeface="Calibri" panose="020F0502020204030204" pitchFamily="34" charset="0"/>
                <a:cs typeface="Calibri" panose="020F0502020204030204" pitchFamily="34" charset="0"/>
              </a:rPr>
              <a:t>xx</a:t>
            </a:r>
            <a:endParaRPr kumimoji="0" lang="en-GB" sz="1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73" name="TextBox 72">
            <a:extLst>
              <a:ext uri="{FF2B5EF4-FFF2-40B4-BE49-F238E27FC236}">
                <a16:creationId xmlns:a16="http://schemas.microsoft.com/office/drawing/2014/main" id="{1BA9C92D-1F87-4109-9F92-8E4E0594CFD5}"/>
              </a:ext>
            </a:extLst>
          </p:cNvPr>
          <p:cNvSpPr txBox="1"/>
          <p:nvPr/>
        </p:nvSpPr>
        <p:spPr>
          <a:xfrm>
            <a:off x="6856749" y="691787"/>
            <a:ext cx="1170809" cy="276999"/>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MY" sz="1200" dirty="0">
                <a:solidFill>
                  <a:srgbClr val="000000"/>
                </a:solidFill>
                <a:latin typeface="Calibri" panose="020F0502020204030204" pitchFamily="34" charset="0"/>
                <a:cs typeface="Calibri" panose="020F0502020204030204" pitchFamily="34" charset="0"/>
              </a:rPr>
              <a:t>xx</a:t>
            </a:r>
            <a:endParaRPr kumimoji="0" lang="en-GB" sz="1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74" name="TextBox 73">
            <a:extLst>
              <a:ext uri="{FF2B5EF4-FFF2-40B4-BE49-F238E27FC236}">
                <a16:creationId xmlns:a16="http://schemas.microsoft.com/office/drawing/2014/main" id="{C0A8EDC7-0414-4F73-A526-3FE958745906}"/>
              </a:ext>
            </a:extLst>
          </p:cNvPr>
          <p:cNvSpPr txBox="1"/>
          <p:nvPr/>
        </p:nvSpPr>
        <p:spPr>
          <a:xfrm>
            <a:off x="8242066" y="691787"/>
            <a:ext cx="1170809" cy="276999"/>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MY" sz="1200" dirty="0">
                <a:solidFill>
                  <a:srgbClr val="000000"/>
                </a:solidFill>
                <a:latin typeface="Calibri" panose="020F0502020204030204" pitchFamily="34" charset="0"/>
                <a:cs typeface="Calibri" panose="020F0502020204030204" pitchFamily="34" charset="0"/>
              </a:rPr>
              <a:t>xx</a:t>
            </a:r>
            <a:endParaRPr kumimoji="0" lang="en-GB" sz="1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75" name="TextBox 74">
            <a:extLst>
              <a:ext uri="{FF2B5EF4-FFF2-40B4-BE49-F238E27FC236}">
                <a16:creationId xmlns:a16="http://schemas.microsoft.com/office/drawing/2014/main" id="{10788928-FBA8-41EC-8D88-97C3CF319A53}"/>
              </a:ext>
            </a:extLst>
          </p:cNvPr>
          <p:cNvSpPr txBox="1"/>
          <p:nvPr/>
        </p:nvSpPr>
        <p:spPr>
          <a:xfrm>
            <a:off x="9585066" y="715402"/>
            <a:ext cx="1170809" cy="276999"/>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MY" sz="1200" dirty="0">
                <a:solidFill>
                  <a:srgbClr val="000000"/>
                </a:solidFill>
                <a:latin typeface="Calibri" panose="020F0502020204030204" pitchFamily="34" charset="0"/>
                <a:cs typeface="Calibri" panose="020F0502020204030204" pitchFamily="34" charset="0"/>
              </a:rPr>
              <a:t>xx</a:t>
            </a:r>
            <a:endParaRPr kumimoji="0" lang="en-GB" sz="1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42" name="Rectangle: Rounded Corners 41">
            <a:extLst>
              <a:ext uri="{FF2B5EF4-FFF2-40B4-BE49-F238E27FC236}">
                <a16:creationId xmlns:a16="http://schemas.microsoft.com/office/drawing/2014/main" id="{D590321A-97A5-45CC-953E-0535CECCB7F8}"/>
              </a:ext>
            </a:extLst>
          </p:cNvPr>
          <p:cNvSpPr/>
          <p:nvPr/>
        </p:nvSpPr>
        <p:spPr>
          <a:xfrm>
            <a:off x="4264463" y="1016015"/>
            <a:ext cx="1080000" cy="2519666"/>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xx</a:t>
            </a:r>
          </a:p>
        </p:txBody>
      </p:sp>
    </p:spTree>
    <p:extLst>
      <p:ext uri="{BB962C8B-B14F-4D97-AF65-F5344CB8AC3E}">
        <p14:creationId xmlns:p14="http://schemas.microsoft.com/office/powerpoint/2010/main" val="2118102713"/>
      </p:ext>
    </p:extLst>
  </p:cSld>
  <p:clrMapOvr>
    <a:masterClrMapping/>
  </p:clrMapOvr>
</p:sld>
</file>

<file path=ppt/theme/theme1.xml><?xml version="1.0" encoding="utf-8"?>
<a:theme xmlns:a="http://schemas.openxmlformats.org/drawingml/2006/main" name="Custom Design">
  <a:themeElements>
    <a:clrScheme name="Custom 1">
      <a:dk1>
        <a:sysClr val="windowText" lastClr="000000"/>
      </a:dk1>
      <a:lt1>
        <a:sysClr val="window" lastClr="FFFFFF"/>
      </a:lt1>
      <a:dk2>
        <a:srgbClr val="002060"/>
      </a:dk2>
      <a:lt2>
        <a:srgbClr val="000000"/>
      </a:lt2>
      <a:accent1>
        <a:srgbClr val="43367C"/>
      </a:accent1>
      <a:accent2>
        <a:srgbClr val="A5A5DF"/>
      </a:accent2>
      <a:accent3>
        <a:srgbClr val="A5A5DF"/>
      </a:accent3>
      <a:accent4>
        <a:srgbClr val="A5A5DF"/>
      </a:accent4>
      <a:accent5>
        <a:srgbClr val="A5A5DF"/>
      </a:accent5>
      <a:accent6>
        <a:srgbClr val="A5A5DF"/>
      </a:accent6>
      <a:hlink>
        <a:srgbClr val="A5A5DF"/>
      </a:hlink>
      <a:folHlink>
        <a:srgbClr val="A5A5DF"/>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1941</TotalTime>
  <Words>484</Words>
  <Application>Microsoft Office PowerPoint</Application>
  <PresentationFormat>Widescreen</PresentationFormat>
  <Paragraphs>215</Paragraphs>
  <Slides>21</Slides>
  <Notes>1</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21</vt:i4>
      </vt:variant>
    </vt:vector>
  </HeadingPairs>
  <TitlesOfParts>
    <vt:vector size="32" baseType="lpstr">
      <vt:lpstr>Arial</vt:lpstr>
      <vt:lpstr>Calibri</vt:lpstr>
      <vt:lpstr>Calibri Light</vt:lpstr>
      <vt:lpstr>Corbel</vt:lpstr>
      <vt:lpstr>Gill Sans MT</vt:lpstr>
      <vt:lpstr>Times New Roman</vt:lpstr>
      <vt:lpstr>Trebuchet MS</vt:lpstr>
      <vt:lpstr>Custom Design</vt:lpstr>
      <vt:lpstr>Office Theme</vt:lpstr>
      <vt:lpstr>1_Custom Design</vt:lpstr>
      <vt:lpstr>2_Office Theme</vt:lpstr>
      <vt:lpstr>POS LOGISTICS BERHAD </vt:lpstr>
      <vt:lpstr>PowerPoint Presentation</vt:lpstr>
      <vt:lpstr>PowerPoint Presentation</vt:lpstr>
      <vt:lpstr>PowerPoint Presentation</vt:lpstr>
      <vt:lpstr>Vision</vt:lpstr>
      <vt:lpstr>Mission</vt:lpstr>
      <vt:lpstr>PowerPoint Presentation</vt:lpstr>
      <vt:lpstr>Organization Chart </vt:lpstr>
      <vt:lpstr>MANAGE XX</vt:lpstr>
      <vt:lpstr>Key Objective </vt:lpstr>
      <vt:lpstr>Key Result Indicators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OH Southern cam</dc:title>
  <dc:creator>hidayah.jamal97@gmail.com</dc:creator>
  <cp:lastModifiedBy>Operational Excellence Academy6</cp:lastModifiedBy>
  <cp:revision>49</cp:revision>
  <dcterms:created xsi:type="dcterms:W3CDTF">2019-09-29T02:55:12Z</dcterms:created>
  <dcterms:modified xsi:type="dcterms:W3CDTF">2026-01-26T02:33:52Z</dcterms:modified>
</cp:coreProperties>
</file>