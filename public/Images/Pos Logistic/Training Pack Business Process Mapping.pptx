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B5B1"/>
    <a:srgbClr val="FFCC00"/>
    <a:srgbClr val="0CC6C4"/>
    <a:srgbClr val="168F49"/>
    <a:srgbClr val="12AA7E"/>
    <a:srgbClr val="07A9E9"/>
    <a:srgbClr val="099491"/>
    <a:srgbClr val="147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5AE717-3615-4B96-9FFC-32CC6B648A88}" v="260" dt="2026-01-27T04:59:23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4" y="6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perational Excellence Academy6" userId="6e9043d510d79392" providerId="LiveId" clId="{7B99C48E-A537-4570-BA13-58FE3DB33F33}"/>
    <pc:docChg chg="undo redo custSel addSld delSld modSld sldOrd modMainMaster">
      <pc:chgData name="Operational Excellence Academy6" userId="6e9043d510d79392" providerId="LiveId" clId="{7B99C48E-A537-4570-BA13-58FE3DB33F33}" dt="2026-01-27T05:00:22.721" v="8173" actId="255"/>
      <pc:docMkLst>
        <pc:docMk/>
      </pc:docMkLst>
      <pc:sldChg chg="addSp modSp mod">
        <pc:chgData name="Operational Excellence Academy6" userId="6e9043d510d79392" providerId="LiveId" clId="{7B99C48E-A537-4570-BA13-58FE3DB33F33}" dt="2026-01-26T10:48:17.262" v="4470" actId="20577"/>
        <pc:sldMkLst>
          <pc:docMk/>
          <pc:sldMk cId="3534904116" sldId="256"/>
        </pc:sldMkLst>
        <pc:spChg chg="mod ord">
          <ac:chgData name="Operational Excellence Academy6" userId="6e9043d510d79392" providerId="LiveId" clId="{7B99C48E-A537-4570-BA13-58FE3DB33F33}" dt="2026-01-25T10:24:33.777" v="201" actId="1036"/>
          <ac:spMkLst>
            <pc:docMk/>
            <pc:sldMk cId="3534904116" sldId="256"/>
            <ac:spMk id="5" creationId="{DE897A5B-1AA7-F122-6C95-6BF0E768E298}"/>
          </ac:spMkLst>
        </pc:spChg>
        <pc:spChg chg="mod ord">
          <ac:chgData name="Operational Excellence Academy6" userId="6e9043d510d79392" providerId="LiveId" clId="{7B99C48E-A537-4570-BA13-58FE3DB33F33}" dt="2026-01-25T13:44:48.673" v="3685" actId="1035"/>
          <ac:spMkLst>
            <pc:docMk/>
            <pc:sldMk cId="3534904116" sldId="256"/>
            <ac:spMk id="6" creationId="{94A73F99-DC38-77FB-0F2C-C5BD167E84E0}"/>
          </ac:spMkLst>
        </pc:spChg>
        <pc:spChg chg="add mod">
          <ac:chgData name="Operational Excellence Academy6" userId="6e9043d510d79392" providerId="LiveId" clId="{7B99C48E-A537-4570-BA13-58FE3DB33F33}" dt="2026-01-25T10:19:24.346" v="53" actId="1076"/>
          <ac:spMkLst>
            <pc:docMk/>
            <pc:sldMk cId="3534904116" sldId="256"/>
            <ac:spMk id="9" creationId="{A664E2AA-408E-6D8F-AECF-0036C657B323}"/>
          </ac:spMkLst>
        </pc:spChg>
        <pc:spChg chg="add mod">
          <ac:chgData name="Operational Excellence Academy6" userId="6e9043d510d79392" providerId="LiveId" clId="{7B99C48E-A537-4570-BA13-58FE3DB33F33}" dt="2026-01-26T10:48:17.262" v="4470" actId="20577"/>
          <ac:spMkLst>
            <pc:docMk/>
            <pc:sldMk cId="3534904116" sldId="256"/>
            <ac:spMk id="10" creationId="{83ED2697-D380-82C5-99AB-8A0126FCB373}"/>
          </ac:spMkLst>
        </pc:spChg>
        <pc:spChg chg="add mod">
          <ac:chgData name="Operational Excellence Academy6" userId="6e9043d510d79392" providerId="LiveId" clId="{7B99C48E-A537-4570-BA13-58FE3DB33F33}" dt="2026-01-25T13:44:26.712" v="3665" actId="14100"/>
          <ac:spMkLst>
            <pc:docMk/>
            <pc:sldMk cId="3534904116" sldId="256"/>
            <ac:spMk id="11" creationId="{E8A6AFD1-1793-BE37-F4EA-4B5F58C6C32E}"/>
          </ac:spMkLst>
        </pc:spChg>
        <pc:spChg chg="add mod">
          <ac:chgData name="Operational Excellence Academy6" userId="6e9043d510d79392" providerId="LiveId" clId="{7B99C48E-A537-4570-BA13-58FE3DB33F33}" dt="2026-01-25T13:46:26.846" v="3811" actId="404"/>
          <ac:spMkLst>
            <pc:docMk/>
            <pc:sldMk cId="3534904116" sldId="256"/>
            <ac:spMk id="12" creationId="{CBFA373F-52DE-598F-816D-4B7B2FEC4477}"/>
          </ac:spMkLst>
        </pc:spChg>
        <pc:spChg chg="add mod">
          <ac:chgData name="Operational Excellence Academy6" userId="6e9043d510d79392" providerId="LiveId" clId="{7B99C48E-A537-4570-BA13-58FE3DB33F33}" dt="2026-01-25T13:45:10.681" v="3712" actId="20577"/>
          <ac:spMkLst>
            <pc:docMk/>
            <pc:sldMk cId="3534904116" sldId="256"/>
            <ac:spMk id="13" creationId="{F12EFD0F-0CFF-7F62-989C-E66AAD98F32F}"/>
          </ac:spMkLst>
        </pc:spChg>
        <pc:spChg chg="add mod">
          <ac:chgData name="Operational Excellence Academy6" userId="6e9043d510d79392" providerId="LiveId" clId="{7B99C48E-A537-4570-BA13-58FE3DB33F33}" dt="2026-01-25T13:46:17.455" v="3810" actId="1036"/>
          <ac:spMkLst>
            <pc:docMk/>
            <pc:sldMk cId="3534904116" sldId="256"/>
            <ac:spMk id="14" creationId="{85CA9BE0-BD4E-5B8C-894C-354B2ECEFC5F}"/>
          </ac:spMkLst>
        </pc:spChg>
        <pc:picChg chg="mod ord">
          <ac:chgData name="Operational Excellence Academy6" userId="6e9043d510d79392" providerId="LiveId" clId="{7B99C48E-A537-4570-BA13-58FE3DB33F33}" dt="2026-01-25T13:44:43.713" v="3678" actId="1035"/>
          <ac:picMkLst>
            <pc:docMk/>
            <pc:sldMk cId="3534904116" sldId="256"/>
            <ac:picMk id="4" creationId="{FB937594-5BB2-0A56-EEEA-36B98F50C3CB}"/>
          </ac:picMkLst>
        </pc:picChg>
      </pc:sldChg>
      <pc:sldChg chg="addSp delSp modSp new mod">
        <pc:chgData name="Operational Excellence Academy6" userId="6e9043d510d79392" providerId="LiveId" clId="{7B99C48E-A537-4570-BA13-58FE3DB33F33}" dt="2026-01-25T13:54:26.545" v="3930" actId="208"/>
        <pc:sldMkLst>
          <pc:docMk/>
          <pc:sldMk cId="506223380" sldId="257"/>
        </pc:sldMkLst>
        <pc:spChg chg="mod">
          <ac:chgData name="Operational Excellence Academy6" userId="6e9043d510d79392" providerId="LiveId" clId="{7B99C48E-A537-4570-BA13-58FE3DB33F33}" dt="2026-01-25T10:41:14.602" v="468" actId="1076"/>
          <ac:spMkLst>
            <pc:docMk/>
            <pc:sldMk cId="506223380" sldId="257"/>
            <ac:spMk id="2" creationId="{DB28AF26-FAE7-6AEF-3602-2A048D6AB674}"/>
          </ac:spMkLst>
        </pc:spChg>
        <pc:spChg chg="add mod ord topLvl">
          <ac:chgData name="Operational Excellence Academy6" userId="6e9043d510d79392" providerId="LiveId" clId="{7B99C48E-A537-4570-BA13-58FE3DB33F33}" dt="2026-01-25T11:02:46.806" v="1190" actId="14100"/>
          <ac:spMkLst>
            <pc:docMk/>
            <pc:sldMk cId="506223380" sldId="257"/>
            <ac:spMk id="5" creationId="{1DCCF707-D44E-3B55-1654-89FB094C7079}"/>
          </ac:spMkLst>
        </pc:spChg>
        <pc:spChg chg="add mod ord topLvl">
          <ac:chgData name="Operational Excellence Academy6" userId="6e9043d510d79392" providerId="LiveId" clId="{7B99C48E-A537-4570-BA13-58FE3DB33F33}" dt="2026-01-25T10:43:52.443" v="675" actId="164"/>
          <ac:spMkLst>
            <pc:docMk/>
            <pc:sldMk cId="506223380" sldId="257"/>
            <ac:spMk id="6" creationId="{1FEA7D1D-95DE-8353-1EF4-0D3BD1F4E8C3}"/>
          </ac:spMkLst>
        </pc:spChg>
        <pc:spChg chg="add mod ord topLvl">
          <ac:chgData name="Operational Excellence Academy6" userId="6e9043d510d79392" providerId="LiveId" clId="{7B99C48E-A537-4570-BA13-58FE3DB33F33}" dt="2026-01-25T10:43:52.443" v="675" actId="164"/>
          <ac:spMkLst>
            <pc:docMk/>
            <pc:sldMk cId="506223380" sldId="257"/>
            <ac:spMk id="7" creationId="{A2B4BA27-4D7D-734B-69C0-EB9F092115EE}"/>
          </ac:spMkLst>
        </pc:spChg>
        <pc:spChg chg="add mod ord topLvl">
          <ac:chgData name="Operational Excellence Academy6" userId="6e9043d510d79392" providerId="LiveId" clId="{7B99C48E-A537-4570-BA13-58FE3DB33F33}" dt="2026-01-25T10:43:52.443" v="675" actId="164"/>
          <ac:spMkLst>
            <pc:docMk/>
            <pc:sldMk cId="506223380" sldId="257"/>
            <ac:spMk id="8" creationId="{523DCFCD-A556-AC8E-7973-FE9CCB753E7A}"/>
          </ac:spMkLst>
        </pc:spChg>
        <pc:spChg chg="add mod ord topLvl">
          <ac:chgData name="Operational Excellence Academy6" userId="6e9043d510d79392" providerId="LiveId" clId="{7B99C48E-A537-4570-BA13-58FE3DB33F33}" dt="2026-01-25T10:43:52.443" v="675" actId="164"/>
          <ac:spMkLst>
            <pc:docMk/>
            <pc:sldMk cId="506223380" sldId="257"/>
            <ac:spMk id="9" creationId="{8674974F-EA6A-E992-8B12-71DF64939564}"/>
          </ac:spMkLst>
        </pc:spChg>
        <pc:spChg chg="add mod topLvl">
          <ac:chgData name="Operational Excellence Academy6" userId="6e9043d510d79392" providerId="LiveId" clId="{7B99C48E-A537-4570-BA13-58FE3DB33F33}" dt="2026-01-25T10:45:33.413" v="683" actId="14100"/>
          <ac:spMkLst>
            <pc:docMk/>
            <pc:sldMk cId="506223380" sldId="257"/>
            <ac:spMk id="11" creationId="{9BCC3CBE-ACB9-4C56-E07B-59A69B0B3726}"/>
          </ac:spMkLst>
        </pc:spChg>
        <pc:spChg chg="add mod topLvl">
          <ac:chgData name="Operational Excellence Academy6" userId="6e9043d510d79392" providerId="LiveId" clId="{7B99C48E-A537-4570-BA13-58FE3DB33F33}" dt="2026-01-25T10:45:33.413" v="683" actId="14100"/>
          <ac:spMkLst>
            <pc:docMk/>
            <pc:sldMk cId="506223380" sldId="257"/>
            <ac:spMk id="12" creationId="{646F8325-A1A3-7D37-3238-598F530DE5FE}"/>
          </ac:spMkLst>
        </pc:spChg>
        <pc:spChg chg="add mod topLvl">
          <ac:chgData name="Operational Excellence Academy6" userId="6e9043d510d79392" providerId="LiveId" clId="{7B99C48E-A537-4570-BA13-58FE3DB33F33}" dt="2026-01-25T10:45:33.413" v="683" actId="14100"/>
          <ac:spMkLst>
            <pc:docMk/>
            <pc:sldMk cId="506223380" sldId="257"/>
            <ac:spMk id="13" creationId="{8C62A86E-6B84-3B20-3540-5D6134FECCB6}"/>
          </ac:spMkLst>
        </pc:spChg>
        <pc:spChg chg="add mod topLvl">
          <ac:chgData name="Operational Excellence Academy6" userId="6e9043d510d79392" providerId="LiveId" clId="{7B99C48E-A537-4570-BA13-58FE3DB33F33}" dt="2026-01-25T10:45:33.413" v="683" actId="14100"/>
          <ac:spMkLst>
            <pc:docMk/>
            <pc:sldMk cId="506223380" sldId="257"/>
            <ac:spMk id="14" creationId="{CC1E8E33-A639-6091-DD64-7CAFAF8FEEAE}"/>
          </ac:spMkLst>
        </pc:spChg>
        <pc:spChg chg="add mod topLvl">
          <ac:chgData name="Operational Excellence Academy6" userId="6e9043d510d79392" providerId="LiveId" clId="{7B99C48E-A537-4570-BA13-58FE3DB33F33}" dt="2026-01-25T10:45:33.413" v="683" actId="14100"/>
          <ac:spMkLst>
            <pc:docMk/>
            <pc:sldMk cId="506223380" sldId="257"/>
            <ac:spMk id="15" creationId="{63117981-1118-AC6D-D6CC-D2AD276FB391}"/>
          </ac:spMkLst>
        </pc:spChg>
        <pc:spChg chg="add mod">
          <ac:chgData name="Operational Excellence Academy6" userId="6e9043d510d79392" providerId="LiveId" clId="{7B99C48E-A537-4570-BA13-58FE3DB33F33}" dt="2026-01-25T13:49:44.086" v="3872" actId="1038"/>
          <ac:spMkLst>
            <pc:docMk/>
            <pc:sldMk cId="506223380" sldId="257"/>
            <ac:spMk id="19" creationId="{4255F057-3E84-2B49-F225-AAF5563D3CD3}"/>
          </ac:spMkLst>
        </pc:spChg>
        <pc:spChg chg="add mod">
          <ac:chgData name="Operational Excellence Academy6" userId="6e9043d510d79392" providerId="LiveId" clId="{7B99C48E-A537-4570-BA13-58FE3DB33F33}" dt="2026-01-25T13:49:44.086" v="3872" actId="1038"/>
          <ac:spMkLst>
            <pc:docMk/>
            <pc:sldMk cId="506223380" sldId="257"/>
            <ac:spMk id="20" creationId="{CC442E29-C575-E533-9094-64782C654685}"/>
          </ac:spMkLst>
        </pc:spChg>
        <pc:spChg chg="add mod">
          <ac:chgData name="Operational Excellence Academy6" userId="6e9043d510d79392" providerId="LiveId" clId="{7B99C48E-A537-4570-BA13-58FE3DB33F33}" dt="2026-01-25T13:49:44.086" v="3872" actId="1038"/>
          <ac:spMkLst>
            <pc:docMk/>
            <pc:sldMk cId="506223380" sldId="257"/>
            <ac:spMk id="21" creationId="{A46D1439-9E1E-9727-3FB1-11B7C0BC4C35}"/>
          </ac:spMkLst>
        </pc:spChg>
        <pc:spChg chg="add mod">
          <ac:chgData name="Operational Excellence Academy6" userId="6e9043d510d79392" providerId="LiveId" clId="{7B99C48E-A537-4570-BA13-58FE3DB33F33}" dt="2026-01-25T13:49:44.086" v="3872" actId="1038"/>
          <ac:spMkLst>
            <pc:docMk/>
            <pc:sldMk cId="506223380" sldId="257"/>
            <ac:spMk id="22" creationId="{C470E29E-FFD2-E768-976E-C983EB356200}"/>
          </ac:spMkLst>
        </pc:spChg>
        <pc:spChg chg="add mod">
          <ac:chgData name="Operational Excellence Academy6" userId="6e9043d510d79392" providerId="LiveId" clId="{7B99C48E-A537-4570-BA13-58FE3DB33F33}" dt="2026-01-25T13:49:44.086" v="3872" actId="1038"/>
          <ac:spMkLst>
            <pc:docMk/>
            <pc:sldMk cId="506223380" sldId="257"/>
            <ac:spMk id="23" creationId="{BB510A24-0943-A92D-36B7-6EF6D70B7A10}"/>
          </ac:spMkLst>
        </pc:spChg>
        <pc:spChg chg="add mod">
          <ac:chgData name="Operational Excellence Academy6" userId="6e9043d510d79392" providerId="LiveId" clId="{7B99C48E-A537-4570-BA13-58FE3DB33F33}" dt="2026-01-25T11:10:40.749" v="1463" actId="1076"/>
          <ac:spMkLst>
            <pc:docMk/>
            <pc:sldMk cId="506223380" sldId="257"/>
            <ac:spMk id="31" creationId="{1EFB9B8A-D24F-0565-883B-0F8A59CAA432}"/>
          </ac:spMkLst>
        </pc:spChg>
        <pc:spChg chg="mod topLvl">
          <ac:chgData name="Operational Excellence Academy6" userId="6e9043d510d79392" providerId="LiveId" clId="{7B99C48E-A537-4570-BA13-58FE3DB33F33}" dt="2026-01-25T13:54:00.054" v="3923" actId="207"/>
          <ac:spMkLst>
            <pc:docMk/>
            <pc:sldMk cId="506223380" sldId="257"/>
            <ac:spMk id="35" creationId="{5C9EDC5F-C57B-25BA-A5AE-1E3CC9913605}"/>
          </ac:spMkLst>
        </pc:spChg>
        <pc:spChg chg="add mod">
          <ac:chgData name="Operational Excellence Academy6" userId="6e9043d510d79392" providerId="LiveId" clId="{7B99C48E-A537-4570-BA13-58FE3DB33F33}" dt="2026-01-25T13:54:12.797" v="3929" actId="1037"/>
          <ac:spMkLst>
            <pc:docMk/>
            <pc:sldMk cId="506223380" sldId="257"/>
            <ac:spMk id="38" creationId="{9CD1E2F4-F9D4-F08E-E6FB-D8CB580EE5CC}"/>
          </ac:spMkLst>
        </pc:spChg>
        <pc:grpChg chg="mod">
          <ac:chgData name="Operational Excellence Academy6" userId="6e9043d510d79392" providerId="LiveId" clId="{7B99C48E-A537-4570-BA13-58FE3DB33F33}" dt="2026-01-25T13:49:44.086" v="3872" actId="1038"/>
          <ac:grpSpMkLst>
            <pc:docMk/>
            <pc:sldMk cId="506223380" sldId="257"/>
            <ac:grpSpMk id="18" creationId="{CE54CF88-CE02-6B03-00EB-08E6B35270EC}"/>
          </ac:grpSpMkLst>
        </pc:grpChg>
        <pc:graphicFrameChg chg="add mod">
          <ac:chgData name="Operational Excellence Academy6" userId="6e9043d510d79392" providerId="LiveId" clId="{7B99C48E-A537-4570-BA13-58FE3DB33F33}" dt="2026-01-25T11:01:46.803" v="1189" actId="1037"/>
          <ac:graphicFrameMkLst>
            <pc:docMk/>
            <pc:sldMk cId="506223380" sldId="257"/>
            <ac:graphicFrameMk id="17" creationId="{EEE41291-C201-5FE8-7EA0-4B0B0B37416C}"/>
          </ac:graphicFrameMkLst>
        </pc:graphicFrameChg>
        <pc:picChg chg="add mod">
          <ac:chgData name="Operational Excellence Academy6" userId="6e9043d510d79392" providerId="LiveId" clId="{7B99C48E-A537-4570-BA13-58FE3DB33F33}" dt="2026-01-25T13:54:26.545" v="3930" actId="208"/>
          <ac:picMkLst>
            <pc:docMk/>
            <pc:sldMk cId="506223380" sldId="257"/>
            <ac:picMk id="42" creationId="{F5C049C5-6265-AFD7-A76D-1AB8D3023DB6}"/>
          </ac:picMkLst>
        </pc:picChg>
      </pc:sldChg>
      <pc:sldChg chg="addSp delSp modSp new mod">
        <pc:chgData name="Operational Excellence Academy6" userId="6e9043d510d79392" providerId="LiveId" clId="{7B99C48E-A537-4570-BA13-58FE3DB33F33}" dt="2026-01-25T11:31:40.869" v="1737" actId="1037"/>
        <pc:sldMkLst>
          <pc:docMk/>
          <pc:sldMk cId="2762328930" sldId="258"/>
        </pc:sldMkLst>
        <pc:spChg chg="add mod">
          <ac:chgData name="Operational Excellence Academy6" userId="6e9043d510d79392" providerId="LiveId" clId="{7B99C48E-A537-4570-BA13-58FE3DB33F33}" dt="2026-01-25T11:20:35.097" v="1518" actId="1076"/>
          <ac:spMkLst>
            <pc:docMk/>
            <pc:sldMk cId="2762328930" sldId="258"/>
            <ac:spMk id="4" creationId="{EC3D3C4E-0028-4ED7-085E-5FDED08B2815}"/>
          </ac:spMkLst>
        </pc:spChg>
        <pc:spChg chg="add mod">
          <ac:chgData name="Operational Excellence Academy6" userId="6e9043d510d79392" providerId="LiveId" clId="{7B99C48E-A537-4570-BA13-58FE3DB33F33}" dt="2026-01-25T11:24:54.487" v="1706" actId="1035"/>
          <ac:spMkLst>
            <pc:docMk/>
            <pc:sldMk cId="2762328930" sldId="258"/>
            <ac:spMk id="5" creationId="{2A64EE98-26C0-BA22-5EBA-6148B81EDC2D}"/>
          </ac:spMkLst>
        </pc:spChg>
        <pc:spChg chg="add mod">
          <ac:chgData name="Operational Excellence Academy6" userId="6e9043d510d79392" providerId="LiveId" clId="{7B99C48E-A537-4570-BA13-58FE3DB33F33}" dt="2026-01-25T11:24:54.487" v="1706" actId="1035"/>
          <ac:spMkLst>
            <pc:docMk/>
            <pc:sldMk cId="2762328930" sldId="258"/>
            <ac:spMk id="6" creationId="{D91ED970-723A-279D-6DB0-930B2E4E7FE9}"/>
          </ac:spMkLst>
        </pc:spChg>
        <pc:spChg chg="add mod">
          <ac:chgData name="Operational Excellence Academy6" userId="6e9043d510d79392" providerId="LiveId" clId="{7B99C48E-A537-4570-BA13-58FE3DB33F33}" dt="2026-01-25T11:24:54.487" v="1706" actId="1035"/>
          <ac:spMkLst>
            <pc:docMk/>
            <pc:sldMk cId="2762328930" sldId="258"/>
            <ac:spMk id="7" creationId="{9DD84785-41CE-F743-3DE0-0F1E889DA7CE}"/>
          </ac:spMkLst>
        </pc:spChg>
        <pc:spChg chg="add mod">
          <ac:chgData name="Operational Excellence Academy6" userId="6e9043d510d79392" providerId="LiveId" clId="{7B99C48E-A537-4570-BA13-58FE3DB33F33}" dt="2026-01-25T11:24:54.487" v="1706" actId="1035"/>
          <ac:spMkLst>
            <pc:docMk/>
            <pc:sldMk cId="2762328930" sldId="258"/>
            <ac:spMk id="8" creationId="{90E85B7F-C1F0-1948-011F-C8B5F75BAF75}"/>
          </ac:spMkLst>
        </pc:spChg>
        <pc:spChg chg="add mod">
          <ac:chgData name="Operational Excellence Academy6" userId="6e9043d510d79392" providerId="LiveId" clId="{7B99C48E-A537-4570-BA13-58FE3DB33F33}" dt="2026-01-25T11:22:21.770" v="1536" actId="164"/>
          <ac:spMkLst>
            <pc:docMk/>
            <pc:sldMk cId="2762328930" sldId="258"/>
            <ac:spMk id="9" creationId="{728F113C-E299-4EB7-C363-D2AFFF8253F2}"/>
          </ac:spMkLst>
        </pc:spChg>
        <pc:spChg chg="add mod">
          <ac:chgData name="Operational Excellence Academy6" userId="6e9043d510d79392" providerId="LiveId" clId="{7B99C48E-A537-4570-BA13-58FE3DB33F33}" dt="2026-01-25T11:22:21.770" v="1536" actId="164"/>
          <ac:spMkLst>
            <pc:docMk/>
            <pc:sldMk cId="2762328930" sldId="258"/>
            <ac:spMk id="10" creationId="{12481068-6944-FDC4-23E3-21BE1F6D01CE}"/>
          </ac:spMkLst>
        </pc:spChg>
        <pc:spChg chg="mod">
          <ac:chgData name="Operational Excellence Academy6" userId="6e9043d510d79392" providerId="LiveId" clId="{7B99C48E-A537-4570-BA13-58FE3DB33F33}" dt="2026-01-25T11:22:23.183" v="1537"/>
          <ac:spMkLst>
            <pc:docMk/>
            <pc:sldMk cId="2762328930" sldId="258"/>
            <ac:spMk id="13" creationId="{568E3D9B-334D-0A66-3820-5800F6C80F1A}"/>
          </ac:spMkLst>
        </pc:spChg>
        <pc:spChg chg="mod">
          <ac:chgData name="Operational Excellence Academy6" userId="6e9043d510d79392" providerId="LiveId" clId="{7B99C48E-A537-4570-BA13-58FE3DB33F33}" dt="2026-01-25T11:22:23.183" v="1537"/>
          <ac:spMkLst>
            <pc:docMk/>
            <pc:sldMk cId="2762328930" sldId="258"/>
            <ac:spMk id="14" creationId="{F4A97170-E8D0-DBD4-7F03-2ACE13577CAB}"/>
          </ac:spMkLst>
        </pc:spChg>
        <pc:spChg chg="mod">
          <ac:chgData name="Operational Excellence Academy6" userId="6e9043d510d79392" providerId="LiveId" clId="{7B99C48E-A537-4570-BA13-58FE3DB33F33}" dt="2026-01-25T11:22:30.540" v="1539"/>
          <ac:spMkLst>
            <pc:docMk/>
            <pc:sldMk cId="2762328930" sldId="258"/>
            <ac:spMk id="16" creationId="{917AF034-C91D-4691-5982-0B486F3D8965}"/>
          </ac:spMkLst>
        </pc:spChg>
        <pc:spChg chg="mod">
          <ac:chgData name="Operational Excellence Academy6" userId="6e9043d510d79392" providerId="LiveId" clId="{7B99C48E-A537-4570-BA13-58FE3DB33F33}" dt="2026-01-25T11:22:30.540" v="1539"/>
          <ac:spMkLst>
            <pc:docMk/>
            <pc:sldMk cId="2762328930" sldId="258"/>
            <ac:spMk id="17" creationId="{44CDEF63-B1D2-A83B-DDA7-2A62977237FC}"/>
          </ac:spMkLst>
        </pc:spChg>
        <pc:spChg chg="add mod">
          <ac:chgData name="Operational Excellence Academy6" userId="6e9043d510d79392" providerId="LiveId" clId="{7B99C48E-A537-4570-BA13-58FE3DB33F33}" dt="2026-01-25T11:24:54.487" v="1706" actId="1035"/>
          <ac:spMkLst>
            <pc:docMk/>
            <pc:sldMk cId="2762328930" sldId="258"/>
            <ac:spMk id="18" creationId="{985E1BC2-EC34-7EDC-F00B-01FD7D158415}"/>
          </ac:spMkLst>
        </pc:spChg>
        <pc:grpChg chg="add mod">
          <ac:chgData name="Operational Excellence Academy6" userId="6e9043d510d79392" providerId="LiveId" clId="{7B99C48E-A537-4570-BA13-58FE3DB33F33}" dt="2026-01-25T11:24:54.487" v="1706" actId="1035"/>
          <ac:grpSpMkLst>
            <pc:docMk/>
            <pc:sldMk cId="2762328930" sldId="258"/>
            <ac:grpSpMk id="11" creationId="{F3EE50DC-652B-38D2-370B-476123FCFA6D}"/>
          </ac:grpSpMkLst>
        </pc:grpChg>
        <pc:grpChg chg="add mod">
          <ac:chgData name="Operational Excellence Academy6" userId="6e9043d510d79392" providerId="LiveId" clId="{7B99C48E-A537-4570-BA13-58FE3DB33F33}" dt="2026-01-25T11:24:54.487" v="1706" actId="1035"/>
          <ac:grpSpMkLst>
            <pc:docMk/>
            <pc:sldMk cId="2762328930" sldId="258"/>
            <ac:grpSpMk id="12" creationId="{CF3EF9BD-3EED-0591-BFAE-FD567B651255}"/>
          </ac:grpSpMkLst>
        </pc:grpChg>
        <pc:grpChg chg="add mod">
          <ac:chgData name="Operational Excellence Academy6" userId="6e9043d510d79392" providerId="LiveId" clId="{7B99C48E-A537-4570-BA13-58FE3DB33F33}" dt="2026-01-25T11:24:54.487" v="1706" actId="1035"/>
          <ac:grpSpMkLst>
            <pc:docMk/>
            <pc:sldMk cId="2762328930" sldId="258"/>
            <ac:grpSpMk id="15" creationId="{3F2BD65F-9304-5B5A-2920-97AB654BEABD}"/>
          </ac:grpSpMkLst>
        </pc:grpChg>
        <pc:picChg chg="add mod modCrop">
          <ac:chgData name="Operational Excellence Academy6" userId="6e9043d510d79392" providerId="LiveId" clId="{7B99C48E-A537-4570-BA13-58FE3DB33F33}" dt="2026-01-25T11:31:33.225" v="1732" actId="14100"/>
          <ac:picMkLst>
            <pc:docMk/>
            <pc:sldMk cId="2762328930" sldId="258"/>
            <ac:picMk id="20" creationId="{74F9ECFB-6B3C-36A2-C9D3-4A2C84BB195E}"/>
          </ac:picMkLst>
        </pc:picChg>
        <pc:picChg chg="add mod">
          <ac:chgData name="Operational Excellence Academy6" userId="6e9043d510d79392" providerId="LiveId" clId="{7B99C48E-A537-4570-BA13-58FE3DB33F33}" dt="2026-01-25T11:31:40.869" v="1737" actId="1037"/>
          <ac:picMkLst>
            <pc:docMk/>
            <pc:sldMk cId="2762328930" sldId="258"/>
            <ac:picMk id="1026" creationId="{9EEFA4CB-F09E-3AF5-48FF-ABC9D40AF29D}"/>
          </ac:picMkLst>
        </pc:picChg>
      </pc:sldChg>
      <pc:sldChg chg="addSp delSp modSp new mod">
        <pc:chgData name="Operational Excellence Academy6" userId="6e9043d510d79392" providerId="LiveId" clId="{7B99C48E-A537-4570-BA13-58FE3DB33F33}" dt="2026-01-27T04:39:23.807" v="7556" actId="1036"/>
        <pc:sldMkLst>
          <pc:docMk/>
          <pc:sldMk cId="531220135" sldId="259"/>
        </pc:sldMkLst>
        <pc:spChg chg="add mod">
          <ac:chgData name="Operational Excellence Academy6" userId="6e9043d510d79392" providerId="LiveId" clId="{7B99C48E-A537-4570-BA13-58FE3DB33F33}" dt="2026-01-27T04:20:18.203" v="7118" actId="164"/>
          <ac:spMkLst>
            <pc:docMk/>
            <pc:sldMk cId="531220135" sldId="259"/>
            <ac:spMk id="2" creationId="{EE1A82A0-E4F9-56B4-AA16-6F70FBBC7A31}"/>
          </ac:spMkLst>
        </pc:spChg>
        <pc:spChg chg="add mod">
          <ac:chgData name="Operational Excellence Academy6" userId="6e9043d510d79392" providerId="LiveId" clId="{7B99C48E-A537-4570-BA13-58FE3DB33F33}" dt="2026-01-27T04:20:18.203" v="7118" actId="164"/>
          <ac:spMkLst>
            <pc:docMk/>
            <pc:sldMk cId="531220135" sldId="259"/>
            <ac:spMk id="3" creationId="{A5F36153-F93D-4136-95AF-373CADFCD4EA}"/>
          </ac:spMkLst>
        </pc:spChg>
        <pc:spChg chg="add mod">
          <ac:chgData name="Operational Excellence Academy6" userId="6e9043d510d79392" providerId="LiveId" clId="{7B99C48E-A537-4570-BA13-58FE3DB33F33}" dt="2026-01-27T04:22:41.162" v="7190" actId="255"/>
          <ac:spMkLst>
            <pc:docMk/>
            <pc:sldMk cId="531220135" sldId="259"/>
            <ac:spMk id="4" creationId="{C0262A44-54F2-FE5C-7F57-DA1B9BD28E03}"/>
          </ac:spMkLst>
        </pc:spChg>
        <pc:spChg chg="add mod">
          <ac:chgData name="Operational Excellence Academy6" userId="6e9043d510d79392" providerId="LiveId" clId="{7B99C48E-A537-4570-BA13-58FE3DB33F33}" dt="2026-01-27T04:20:10.413" v="7117" actId="164"/>
          <ac:spMkLst>
            <pc:docMk/>
            <pc:sldMk cId="531220135" sldId="259"/>
            <ac:spMk id="5" creationId="{4F8F1411-6A2F-B041-DC92-521CF0FE71A6}"/>
          </ac:spMkLst>
        </pc:spChg>
        <pc:spChg chg="add mod">
          <ac:chgData name="Operational Excellence Academy6" userId="6e9043d510d79392" providerId="LiveId" clId="{7B99C48E-A537-4570-BA13-58FE3DB33F33}" dt="2026-01-25T13:13:14.849" v="2058" actId="207"/>
          <ac:spMkLst>
            <pc:docMk/>
            <pc:sldMk cId="531220135" sldId="259"/>
            <ac:spMk id="6" creationId="{2AEF6402-D0D4-1A21-0A43-AE919C6BD6B3}"/>
          </ac:spMkLst>
        </pc:spChg>
        <pc:spChg chg="add mod">
          <ac:chgData name="Operational Excellence Academy6" userId="6e9043d510d79392" providerId="LiveId" clId="{7B99C48E-A537-4570-BA13-58FE3DB33F33}" dt="2026-01-25T13:12:36.225" v="2019"/>
          <ac:spMkLst>
            <pc:docMk/>
            <pc:sldMk cId="531220135" sldId="259"/>
            <ac:spMk id="7" creationId="{E5A725CA-DEAA-80D4-A5CA-69EF3579EDD7}"/>
          </ac:spMkLst>
        </pc:spChg>
        <pc:spChg chg="add mod">
          <ac:chgData name="Operational Excellence Academy6" userId="6e9043d510d79392" providerId="LiveId" clId="{7B99C48E-A537-4570-BA13-58FE3DB33F33}" dt="2026-01-25T13:12:39.193" v="2021" actId="20577"/>
          <ac:spMkLst>
            <pc:docMk/>
            <pc:sldMk cId="531220135" sldId="259"/>
            <ac:spMk id="8" creationId="{70D99D53-162E-5E71-C724-C85D5774AC87}"/>
          </ac:spMkLst>
        </pc:spChg>
        <pc:spChg chg="add mod">
          <ac:chgData name="Operational Excellence Academy6" userId="6e9043d510d79392" providerId="LiveId" clId="{7B99C48E-A537-4570-BA13-58FE3DB33F33}" dt="2026-01-27T04:22:02.652" v="7160" actId="14100"/>
          <ac:spMkLst>
            <pc:docMk/>
            <pc:sldMk cId="531220135" sldId="259"/>
            <ac:spMk id="9" creationId="{09F0C34A-CB69-0DFC-3BBA-2ECBC96C586A}"/>
          </ac:spMkLst>
        </pc:spChg>
        <pc:spChg chg="add mod">
          <ac:chgData name="Operational Excellence Academy6" userId="6e9043d510d79392" providerId="LiveId" clId="{7B99C48E-A537-4570-BA13-58FE3DB33F33}" dt="2026-01-27T04:22:09.538" v="7163" actId="1035"/>
          <ac:spMkLst>
            <pc:docMk/>
            <pc:sldMk cId="531220135" sldId="259"/>
            <ac:spMk id="10" creationId="{39D66BCC-F35C-D8DA-5FEF-D757C40E8FFB}"/>
          </ac:spMkLst>
        </pc:spChg>
        <pc:spChg chg="add mod">
          <ac:chgData name="Operational Excellence Academy6" userId="6e9043d510d79392" providerId="LiveId" clId="{7B99C48E-A537-4570-BA13-58FE3DB33F33}" dt="2026-01-27T04:28:18.272" v="7258" actId="164"/>
          <ac:spMkLst>
            <pc:docMk/>
            <pc:sldMk cId="531220135" sldId="259"/>
            <ac:spMk id="11" creationId="{408AC9D6-990A-F1A7-9ED0-32A9B1C30A53}"/>
          </ac:spMkLst>
        </pc:spChg>
        <pc:spChg chg="add mod">
          <ac:chgData name="Operational Excellence Academy6" userId="6e9043d510d79392" providerId="LiveId" clId="{7B99C48E-A537-4570-BA13-58FE3DB33F33}" dt="2026-01-27T04:29:26.342" v="7275" actId="14100"/>
          <ac:spMkLst>
            <pc:docMk/>
            <pc:sldMk cId="531220135" sldId="259"/>
            <ac:spMk id="13" creationId="{3306A82E-9124-D9FE-8EF0-8B5BAB1CEFB1}"/>
          </ac:spMkLst>
        </pc:spChg>
        <pc:spChg chg="add mod">
          <ac:chgData name="Operational Excellence Academy6" userId="6e9043d510d79392" providerId="LiveId" clId="{7B99C48E-A537-4570-BA13-58FE3DB33F33}" dt="2026-01-27T04:39:23.807" v="7556" actId="1036"/>
          <ac:spMkLst>
            <pc:docMk/>
            <pc:sldMk cId="531220135" sldId="259"/>
            <ac:spMk id="14" creationId="{00BA02D2-FA4B-3C0A-C871-1B4D8AC680B0}"/>
          </ac:spMkLst>
        </pc:spChg>
        <pc:spChg chg="add mod">
          <ac:chgData name="Operational Excellence Academy6" userId="6e9043d510d79392" providerId="LiveId" clId="{7B99C48E-A537-4570-BA13-58FE3DB33F33}" dt="2026-01-27T04:22:52.092" v="7191" actId="164"/>
          <ac:spMkLst>
            <pc:docMk/>
            <pc:sldMk cId="531220135" sldId="259"/>
            <ac:spMk id="17" creationId="{227618EF-BABC-2133-21F3-A0B43AC70A7E}"/>
          </ac:spMkLst>
        </pc:spChg>
        <pc:spChg chg="add mod">
          <ac:chgData name="Operational Excellence Academy6" userId="6e9043d510d79392" providerId="LiveId" clId="{7B99C48E-A537-4570-BA13-58FE3DB33F33}" dt="2026-01-27T04:28:18.272" v="7258" actId="164"/>
          <ac:spMkLst>
            <pc:docMk/>
            <pc:sldMk cId="531220135" sldId="259"/>
            <ac:spMk id="22" creationId="{CF49E44E-7B39-5C3E-DE98-9A553A4BB7B8}"/>
          </ac:spMkLst>
        </pc:spChg>
        <pc:spChg chg="mod">
          <ac:chgData name="Operational Excellence Academy6" userId="6e9043d510d79392" providerId="LiveId" clId="{7B99C48E-A537-4570-BA13-58FE3DB33F33}" dt="2026-01-27T04:30:46.052" v="7326" actId="12"/>
          <ac:spMkLst>
            <pc:docMk/>
            <pc:sldMk cId="531220135" sldId="259"/>
            <ac:spMk id="26" creationId="{286A192A-9DF2-954B-B7A8-6514C7BF2FEE}"/>
          </ac:spMkLst>
        </pc:spChg>
        <pc:spChg chg="mod">
          <ac:chgData name="Operational Excellence Academy6" userId="6e9043d510d79392" providerId="LiveId" clId="{7B99C48E-A537-4570-BA13-58FE3DB33F33}" dt="2026-01-27T04:28:22.474" v="7259"/>
          <ac:spMkLst>
            <pc:docMk/>
            <pc:sldMk cId="531220135" sldId="259"/>
            <ac:spMk id="27" creationId="{DE0F9636-BE2B-04A9-7489-A07B39725CAA}"/>
          </ac:spMkLst>
        </pc:spChg>
        <pc:spChg chg="mod">
          <ac:chgData name="Operational Excellence Academy6" userId="6e9043d510d79392" providerId="LiveId" clId="{7B99C48E-A537-4570-BA13-58FE3DB33F33}" dt="2026-01-27T04:28:22.474" v="7259"/>
          <ac:spMkLst>
            <pc:docMk/>
            <pc:sldMk cId="531220135" sldId="259"/>
            <ac:spMk id="28" creationId="{B2F90F39-BCB8-49B7-861B-A0649731A122}"/>
          </ac:spMkLst>
        </pc:spChg>
        <pc:spChg chg="mod">
          <ac:chgData name="Operational Excellence Academy6" userId="6e9043d510d79392" providerId="LiveId" clId="{7B99C48E-A537-4570-BA13-58FE3DB33F33}" dt="2026-01-27T04:31:20.879" v="7333"/>
          <ac:spMkLst>
            <pc:docMk/>
            <pc:sldMk cId="531220135" sldId="259"/>
            <ac:spMk id="31" creationId="{025FC744-5E20-BB11-E09D-A107E2F671EA}"/>
          </ac:spMkLst>
        </pc:spChg>
        <pc:spChg chg="mod">
          <ac:chgData name="Operational Excellence Academy6" userId="6e9043d510d79392" providerId="LiveId" clId="{7B99C48E-A537-4570-BA13-58FE3DB33F33}" dt="2026-01-27T04:31:23.023" v="7335" actId="12"/>
          <ac:spMkLst>
            <pc:docMk/>
            <pc:sldMk cId="531220135" sldId="259"/>
            <ac:spMk id="32" creationId="{B24D8AEC-BC29-B2BE-BD9E-11C9442FAF31}"/>
          </ac:spMkLst>
        </pc:spChg>
        <pc:spChg chg="mod">
          <ac:chgData name="Operational Excellence Academy6" userId="6e9043d510d79392" providerId="LiveId" clId="{7B99C48E-A537-4570-BA13-58FE3DB33F33}" dt="2026-01-27T04:31:20.879" v="7333"/>
          <ac:spMkLst>
            <pc:docMk/>
            <pc:sldMk cId="531220135" sldId="259"/>
            <ac:spMk id="33" creationId="{8908DE9E-1291-EEA8-4323-6379F3F853D2}"/>
          </ac:spMkLst>
        </pc:spChg>
        <pc:spChg chg="mod">
          <ac:chgData name="Operational Excellence Academy6" userId="6e9043d510d79392" providerId="LiveId" clId="{7B99C48E-A537-4570-BA13-58FE3DB33F33}" dt="2026-01-27T04:31:20.879" v="7333"/>
          <ac:spMkLst>
            <pc:docMk/>
            <pc:sldMk cId="531220135" sldId="259"/>
            <ac:spMk id="34" creationId="{A727A547-F10C-4086-E312-E37F29395411}"/>
          </ac:spMkLst>
        </pc:spChg>
        <pc:grpChg chg="add mod">
          <ac:chgData name="Operational Excellence Academy6" userId="6e9043d510d79392" providerId="LiveId" clId="{7B99C48E-A537-4570-BA13-58FE3DB33F33}" dt="2026-01-27T04:28:18.272" v="7258" actId="164"/>
          <ac:grpSpMkLst>
            <pc:docMk/>
            <pc:sldMk cId="531220135" sldId="259"/>
            <ac:grpSpMk id="18" creationId="{5A3CF3BD-4659-48C3-F362-6D1BFDED1AC5}"/>
          </ac:grpSpMkLst>
        </pc:grpChg>
        <pc:grpChg chg="add mod">
          <ac:chgData name="Operational Excellence Academy6" userId="6e9043d510d79392" providerId="LiveId" clId="{7B99C48E-A537-4570-BA13-58FE3DB33F33}" dt="2026-01-27T04:22:52.092" v="7191" actId="164"/>
          <ac:grpSpMkLst>
            <pc:docMk/>
            <pc:sldMk cId="531220135" sldId="259"/>
            <ac:grpSpMk id="19" creationId="{C1AF94AF-2132-D4D7-8117-A1919B15FB7A}"/>
          </ac:grpSpMkLst>
        </pc:grpChg>
        <pc:grpChg chg="add mod">
          <ac:chgData name="Operational Excellence Academy6" userId="6e9043d510d79392" providerId="LiveId" clId="{7B99C48E-A537-4570-BA13-58FE3DB33F33}" dt="2026-01-27T04:22:52.092" v="7191" actId="164"/>
          <ac:grpSpMkLst>
            <pc:docMk/>
            <pc:sldMk cId="531220135" sldId="259"/>
            <ac:grpSpMk id="20" creationId="{D518A83F-BEA1-F049-24B1-70405AEB8991}"/>
          </ac:grpSpMkLst>
        </pc:grpChg>
        <pc:grpChg chg="add mod">
          <ac:chgData name="Operational Excellence Academy6" userId="6e9043d510d79392" providerId="LiveId" clId="{7B99C48E-A537-4570-BA13-58FE3DB33F33}" dt="2026-01-27T04:28:18.272" v="7258" actId="164"/>
          <ac:grpSpMkLst>
            <pc:docMk/>
            <pc:sldMk cId="531220135" sldId="259"/>
            <ac:grpSpMk id="23" creationId="{7AE52AE0-AEFE-51F1-B681-CCA6AE51235D}"/>
          </ac:grpSpMkLst>
        </pc:grpChg>
        <pc:grpChg chg="add mod">
          <ac:chgData name="Operational Excellence Academy6" userId="6e9043d510d79392" providerId="LiveId" clId="{7B99C48E-A537-4570-BA13-58FE3DB33F33}" dt="2026-01-27T04:29:49.158" v="7293" actId="1037"/>
          <ac:grpSpMkLst>
            <pc:docMk/>
            <pc:sldMk cId="531220135" sldId="259"/>
            <ac:grpSpMk id="24" creationId="{66933855-0E40-DCB2-33E4-298071FEA263}"/>
          </ac:grpSpMkLst>
        </pc:grpChg>
        <pc:grpChg chg="add mod">
          <ac:chgData name="Operational Excellence Academy6" userId="6e9043d510d79392" providerId="LiveId" clId="{7B99C48E-A537-4570-BA13-58FE3DB33F33}" dt="2026-01-27T04:31:20.879" v="7333"/>
          <ac:grpSpMkLst>
            <pc:docMk/>
            <pc:sldMk cId="531220135" sldId="259"/>
            <ac:grpSpMk id="29" creationId="{C07D3D43-FD52-7141-5DDA-FAB488A2AF40}"/>
          </ac:grpSpMkLst>
        </pc:grpChg>
        <pc:grpChg chg="mod">
          <ac:chgData name="Operational Excellence Academy6" userId="6e9043d510d79392" providerId="LiveId" clId="{7B99C48E-A537-4570-BA13-58FE3DB33F33}" dt="2026-01-27T04:31:20.879" v="7333"/>
          <ac:grpSpMkLst>
            <pc:docMk/>
            <pc:sldMk cId="531220135" sldId="259"/>
            <ac:grpSpMk id="30" creationId="{CA60A81E-79BA-62B8-67C3-17A7F8EF2014}"/>
          </ac:grpSpMkLst>
        </pc:grpChg>
        <pc:cxnChg chg="add mod">
          <ac:chgData name="Operational Excellence Academy6" userId="6e9043d510d79392" providerId="LiveId" clId="{7B99C48E-A537-4570-BA13-58FE3DB33F33}" dt="2026-01-27T04:21:49.931" v="7153" actId="1035"/>
          <ac:cxnSpMkLst>
            <pc:docMk/>
            <pc:sldMk cId="531220135" sldId="259"/>
            <ac:cxnSpMk id="12" creationId="{FBB7F2B6-6C24-C876-9C3D-528B8E17C407}"/>
          </ac:cxnSpMkLst>
        </pc:cxnChg>
        <pc:cxnChg chg="add mod">
          <ac:chgData name="Operational Excellence Academy6" userId="6e9043d510d79392" providerId="LiveId" clId="{7B99C48E-A537-4570-BA13-58FE3DB33F33}" dt="2026-01-27T04:24:31.401" v="7254" actId="1036"/>
          <ac:cxnSpMkLst>
            <pc:docMk/>
            <pc:sldMk cId="531220135" sldId="259"/>
            <ac:cxnSpMk id="15" creationId="{793F8FD4-8AF5-D3A0-3DD2-0D373D6360F3}"/>
          </ac:cxnSpMkLst>
        </pc:cxnChg>
      </pc:sldChg>
      <pc:sldChg chg="addSp delSp modSp new mod">
        <pc:chgData name="Operational Excellence Academy6" userId="6e9043d510d79392" providerId="LiveId" clId="{7B99C48E-A537-4570-BA13-58FE3DB33F33}" dt="2026-01-25T14:07:07.398" v="4268" actId="115"/>
        <pc:sldMkLst>
          <pc:docMk/>
          <pc:sldMk cId="2689568265" sldId="260"/>
        </pc:sldMkLst>
        <pc:spChg chg="add mod">
          <ac:chgData name="Operational Excellence Academy6" userId="6e9043d510d79392" providerId="LiveId" clId="{7B99C48E-A537-4570-BA13-58FE3DB33F33}" dt="2026-01-25T13:10:47.105" v="1996" actId="20577"/>
          <ac:spMkLst>
            <pc:docMk/>
            <pc:sldMk cId="2689568265" sldId="260"/>
            <ac:spMk id="7" creationId="{E9CBA704-FBD6-E2D5-C29F-51EEEC9E21C3}"/>
          </ac:spMkLst>
        </pc:spChg>
        <pc:spChg chg="mod topLvl">
          <ac:chgData name="Operational Excellence Academy6" userId="6e9043d510d79392" providerId="LiveId" clId="{7B99C48E-A537-4570-BA13-58FE3DB33F33}" dt="2026-01-25T13:10:41.114" v="1991" actId="1035"/>
          <ac:spMkLst>
            <pc:docMk/>
            <pc:sldMk cId="2689568265" sldId="260"/>
            <ac:spMk id="9" creationId="{5A169487-3A26-5D5E-7B69-2B0300F48A6C}"/>
          </ac:spMkLst>
        </pc:spChg>
        <pc:spChg chg="add mod">
          <ac:chgData name="Operational Excellence Academy6" userId="6e9043d510d79392" providerId="LiveId" clId="{7B99C48E-A537-4570-BA13-58FE3DB33F33}" dt="2026-01-25T13:11:42.334" v="2016" actId="14100"/>
          <ac:spMkLst>
            <pc:docMk/>
            <pc:sldMk cId="2689568265" sldId="260"/>
            <ac:spMk id="13" creationId="{9B9E573F-BBC1-B398-AF68-4175E50C233F}"/>
          </ac:spMkLst>
        </pc:spChg>
        <pc:spChg chg="add mod">
          <ac:chgData name="Operational Excellence Academy6" userId="6e9043d510d79392" providerId="LiveId" clId="{7B99C48E-A537-4570-BA13-58FE3DB33F33}" dt="2026-01-25T14:07:07.398" v="4268" actId="115"/>
          <ac:spMkLst>
            <pc:docMk/>
            <pc:sldMk cId="2689568265" sldId="260"/>
            <ac:spMk id="14" creationId="{3BB73DA7-A95A-59DF-36D7-3CA8F820D205}"/>
          </ac:spMkLst>
        </pc:spChg>
        <pc:spChg chg="add mod">
          <ac:chgData name="Operational Excellence Academy6" userId="6e9043d510d79392" providerId="LiveId" clId="{7B99C48E-A537-4570-BA13-58FE3DB33F33}" dt="2026-01-25T13:23:06.304" v="2690" actId="1076"/>
          <ac:spMkLst>
            <pc:docMk/>
            <pc:sldMk cId="2689568265" sldId="260"/>
            <ac:spMk id="15" creationId="{9AD07939-DF3A-5CFB-CAC5-333BC68B5EC9}"/>
          </ac:spMkLst>
        </pc:spChg>
        <pc:picChg chg="add mod">
          <ac:chgData name="Operational Excellence Academy6" userId="6e9043d510d79392" providerId="LiveId" clId="{7B99C48E-A537-4570-BA13-58FE3DB33F33}" dt="2026-01-25T13:22:46.644" v="2686" actId="1076"/>
          <ac:picMkLst>
            <pc:docMk/>
            <pc:sldMk cId="2689568265" sldId="260"/>
            <ac:picMk id="5" creationId="{C04D687A-685A-3DED-C180-A29D55FB1A10}"/>
          </ac:picMkLst>
        </pc:picChg>
      </pc:sldChg>
      <pc:sldChg chg="addSp delSp modSp add mod">
        <pc:chgData name="Operational Excellence Academy6" userId="6e9043d510d79392" providerId="LiveId" clId="{7B99C48E-A537-4570-BA13-58FE3DB33F33}" dt="2026-01-27T04:54:03.745" v="8042" actId="20577"/>
        <pc:sldMkLst>
          <pc:docMk/>
          <pc:sldMk cId="1087549954" sldId="261"/>
        </pc:sldMkLst>
        <pc:spChg chg="add mod">
          <ac:chgData name="Operational Excellence Academy6" userId="6e9043d510d79392" providerId="LiveId" clId="{7B99C48E-A537-4570-BA13-58FE3DB33F33}" dt="2026-01-25T14:07:14.131" v="4269" actId="115"/>
          <ac:spMkLst>
            <pc:docMk/>
            <pc:sldMk cId="1087549954" sldId="261"/>
            <ac:spMk id="2" creationId="{F6A44157-8A54-82AB-CCA0-F3A2C90C29CB}"/>
          </ac:spMkLst>
        </pc:spChg>
        <pc:spChg chg="mod">
          <ac:chgData name="Operational Excellence Academy6" userId="6e9043d510d79392" providerId="LiveId" clId="{7B99C48E-A537-4570-BA13-58FE3DB33F33}" dt="2026-01-25T13:24:01.184" v="2698" actId="207"/>
          <ac:spMkLst>
            <pc:docMk/>
            <pc:sldMk cId="1087549954" sldId="261"/>
            <ac:spMk id="7" creationId="{A7A66892-9848-35CF-C4BA-67314B237103}"/>
          </ac:spMkLst>
        </pc:spChg>
        <pc:spChg chg="add mod">
          <ac:chgData name="Operational Excellence Academy6" userId="6e9043d510d79392" providerId="LiveId" clId="{7B99C48E-A537-4570-BA13-58FE3DB33F33}" dt="2026-01-25T13:36:03.251" v="3311" actId="14100"/>
          <ac:spMkLst>
            <pc:docMk/>
            <pc:sldMk cId="1087549954" sldId="261"/>
            <ac:spMk id="11" creationId="{F3AA5ED8-87DE-DAE1-0221-A2AE3EB8FB83}"/>
          </ac:spMkLst>
        </pc:spChg>
        <pc:spChg chg="add mod">
          <ac:chgData name="Operational Excellence Academy6" userId="6e9043d510d79392" providerId="LiveId" clId="{7B99C48E-A537-4570-BA13-58FE3DB33F33}" dt="2026-01-25T13:37:03.015" v="3319" actId="1036"/>
          <ac:spMkLst>
            <pc:docMk/>
            <pc:sldMk cId="1087549954" sldId="261"/>
            <ac:spMk id="12" creationId="{77EE17EC-2835-85AA-AC72-869A27C4B9F9}"/>
          </ac:spMkLst>
        </pc:spChg>
        <pc:spChg chg="mod">
          <ac:chgData name="Operational Excellence Academy6" userId="6e9043d510d79392" providerId="LiveId" clId="{7B99C48E-A537-4570-BA13-58FE3DB33F33}" dt="2026-01-25T13:23:48.730" v="2693" actId="20577"/>
          <ac:spMkLst>
            <pc:docMk/>
            <pc:sldMk cId="1087549954" sldId="261"/>
            <ac:spMk id="13" creationId="{40B52F07-F224-138C-1357-8B946BDC9B0F}"/>
          </ac:spMkLst>
        </pc:spChg>
        <pc:spChg chg="mod">
          <ac:chgData name="Operational Excellence Academy6" userId="6e9043d510d79392" providerId="LiveId" clId="{7B99C48E-A537-4570-BA13-58FE3DB33F33}" dt="2026-01-27T04:54:03.745" v="8042" actId="20577"/>
          <ac:spMkLst>
            <pc:docMk/>
            <pc:sldMk cId="1087549954" sldId="261"/>
            <ac:spMk id="14" creationId="{CE41DBA1-7AAD-F701-3B84-46293681AF30}"/>
          </ac:spMkLst>
        </pc:spChg>
        <pc:spChg chg="add mod">
          <ac:chgData name="Operational Excellence Academy6" userId="6e9043d510d79392" providerId="LiveId" clId="{7B99C48E-A537-4570-BA13-58FE3DB33F33}" dt="2026-01-25T13:38:31.657" v="3409" actId="1038"/>
          <ac:spMkLst>
            <pc:docMk/>
            <pc:sldMk cId="1087549954" sldId="261"/>
            <ac:spMk id="16" creationId="{39E45138-11FE-02E0-C823-3CC16350184F}"/>
          </ac:spMkLst>
        </pc:spChg>
        <pc:picChg chg="add mod ord">
          <ac:chgData name="Operational Excellence Academy6" userId="6e9043d510d79392" providerId="LiveId" clId="{7B99C48E-A537-4570-BA13-58FE3DB33F33}" dt="2026-01-25T13:31:25.798" v="3166" actId="167"/>
          <ac:picMkLst>
            <pc:docMk/>
            <pc:sldMk cId="1087549954" sldId="261"/>
            <ac:picMk id="4" creationId="{E57D4461-DBE2-2F72-B9E6-79BA85860B8B}"/>
          </ac:picMkLst>
        </pc:picChg>
        <pc:cxnChg chg="add mod">
          <ac:chgData name="Operational Excellence Academy6" userId="6e9043d510d79392" providerId="LiveId" clId="{7B99C48E-A537-4570-BA13-58FE3DB33F33}" dt="2026-01-25T13:33:18.257" v="3198" actId="14100"/>
          <ac:cxnSpMkLst>
            <pc:docMk/>
            <pc:sldMk cId="1087549954" sldId="261"/>
            <ac:cxnSpMk id="8" creationId="{3F2CF211-A9CD-1865-B438-66CFA3E8E435}"/>
          </ac:cxnSpMkLst>
        </pc:cxnChg>
      </pc:sldChg>
      <pc:sldChg chg="addSp delSp modSp add mod">
        <pc:chgData name="Operational Excellence Academy6" userId="6e9043d510d79392" providerId="LiveId" clId="{7B99C48E-A537-4570-BA13-58FE3DB33F33}" dt="2026-01-27T05:00:22.721" v="8173" actId="255"/>
        <pc:sldMkLst>
          <pc:docMk/>
          <pc:sldMk cId="675522651" sldId="262"/>
        </pc:sldMkLst>
        <pc:spChg chg="mod">
          <ac:chgData name="Operational Excellence Academy6" userId="6e9043d510d79392" providerId="LiveId" clId="{7B99C48E-A537-4570-BA13-58FE3DB33F33}" dt="2026-01-27T04:58:20.658" v="8091" actId="1035"/>
          <ac:spMkLst>
            <pc:docMk/>
            <pc:sldMk cId="675522651" sldId="262"/>
            <ac:spMk id="2" creationId="{4296B608-418A-264B-5FAC-6AE97B5156DD}"/>
          </ac:spMkLst>
        </pc:spChg>
        <pc:spChg chg="add mod">
          <ac:chgData name="Operational Excellence Academy6" userId="6e9043d510d79392" providerId="LiveId" clId="{7B99C48E-A537-4570-BA13-58FE3DB33F33}" dt="2026-01-27T05:00:22.721" v="8173" actId="255"/>
          <ac:spMkLst>
            <pc:docMk/>
            <pc:sldMk cId="675522651" sldId="262"/>
            <ac:spMk id="3" creationId="{C01F3AFB-5AB6-A2F5-2269-875AEBBE2072}"/>
          </ac:spMkLst>
        </pc:spChg>
        <pc:spChg chg="add mod">
          <ac:chgData name="Operational Excellence Academy6" userId="6e9043d510d79392" providerId="LiveId" clId="{7B99C48E-A537-4570-BA13-58FE3DB33F33}" dt="2026-01-27T05:00:01.560" v="8169" actId="14100"/>
          <ac:spMkLst>
            <pc:docMk/>
            <pc:sldMk cId="675522651" sldId="262"/>
            <ac:spMk id="4" creationId="{33A706CB-2A10-0C0C-70B4-9E940B024221}"/>
          </ac:spMkLst>
        </pc:spChg>
        <pc:spChg chg="add mod">
          <ac:chgData name="Operational Excellence Academy6" userId="6e9043d510d79392" providerId="LiveId" clId="{7B99C48E-A537-4570-BA13-58FE3DB33F33}" dt="2026-01-25T13:43:42.371" v="3664" actId="1076"/>
          <ac:spMkLst>
            <pc:docMk/>
            <pc:sldMk cId="675522651" sldId="262"/>
            <ac:spMk id="6" creationId="{E0C0A51D-E09D-3E09-97A0-44328CB76C3F}"/>
          </ac:spMkLst>
        </pc:spChg>
        <pc:spChg chg="mod">
          <ac:chgData name="Operational Excellence Academy6" userId="6e9043d510d79392" providerId="LiveId" clId="{7B99C48E-A537-4570-BA13-58FE3DB33F33}" dt="2026-01-25T13:55:26.316" v="3931" actId="207"/>
          <ac:spMkLst>
            <pc:docMk/>
            <pc:sldMk cId="675522651" sldId="262"/>
            <ac:spMk id="7" creationId="{95746302-0AF4-DA11-CA12-F88DE4E9DE04}"/>
          </ac:spMkLst>
        </pc:spChg>
        <pc:spChg chg="add mod">
          <ac:chgData name="Operational Excellence Academy6" userId="6e9043d510d79392" providerId="LiveId" clId="{7B99C48E-A537-4570-BA13-58FE3DB33F33}" dt="2026-01-27T04:59:09.235" v="8117" actId="1076"/>
          <ac:spMkLst>
            <pc:docMk/>
            <pc:sldMk cId="675522651" sldId="262"/>
            <ac:spMk id="8" creationId="{F2781FE5-3666-2114-C7F4-7BF45E44A70B}"/>
          </ac:spMkLst>
        </pc:spChg>
        <pc:spChg chg="add mod">
          <ac:chgData name="Operational Excellence Academy6" userId="6e9043d510d79392" providerId="LiveId" clId="{7B99C48E-A537-4570-BA13-58FE3DB33F33}" dt="2026-01-27T04:59:41.280" v="8142" actId="20577"/>
          <ac:spMkLst>
            <pc:docMk/>
            <pc:sldMk cId="675522651" sldId="262"/>
            <ac:spMk id="10" creationId="{A1E1A11E-C90D-4FFD-C1C0-0A90CD2DEA85}"/>
          </ac:spMkLst>
        </pc:spChg>
        <pc:spChg chg="mod">
          <ac:chgData name="Operational Excellence Academy6" userId="6e9043d510d79392" providerId="LiveId" clId="{7B99C48E-A537-4570-BA13-58FE3DB33F33}" dt="2026-01-25T13:39:00.335" v="3414" actId="20577"/>
          <ac:spMkLst>
            <pc:docMk/>
            <pc:sldMk cId="675522651" sldId="262"/>
            <ac:spMk id="13" creationId="{4D21427E-7F82-0DCF-2868-E5F35160FA7D}"/>
          </ac:spMkLst>
        </pc:spChg>
        <pc:picChg chg="add mod ord">
          <ac:chgData name="Operational Excellence Academy6" userId="6e9043d510d79392" providerId="LiveId" clId="{7B99C48E-A537-4570-BA13-58FE3DB33F33}" dt="2026-01-25T13:42:06.418" v="3622" actId="167"/>
          <ac:picMkLst>
            <pc:docMk/>
            <pc:sldMk cId="675522651" sldId="262"/>
            <ac:picMk id="5" creationId="{5BE67D8E-AB09-545E-F0BE-3E5043963FA9}"/>
          </ac:picMkLst>
        </pc:picChg>
      </pc:sldChg>
      <pc:sldChg chg="addSp delSp modSp new mod setBg">
        <pc:chgData name="Operational Excellence Academy6" userId="6e9043d510d79392" providerId="LiveId" clId="{7B99C48E-A537-4570-BA13-58FE3DB33F33}" dt="2026-01-25T14:12:56.702" v="4445" actId="403"/>
        <pc:sldMkLst>
          <pc:docMk/>
          <pc:sldMk cId="2437091964" sldId="263"/>
        </pc:sldMkLst>
        <pc:spChg chg="add mod">
          <ac:chgData name="Operational Excellence Academy6" userId="6e9043d510d79392" providerId="LiveId" clId="{7B99C48E-A537-4570-BA13-58FE3DB33F33}" dt="2026-01-25T14:12:09.189" v="4412" actId="1035"/>
          <ac:spMkLst>
            <pc:docMk/>
            <pc:sldMk cId="2437091964" sldId="263"/>
            <ac:spMk id="4" creationId="{A2F8E7AE-4CE7-5EEE-A465-837CCB635E5D}"/>
          </ac:spMkLst>
        </pc:spChg>
        <pc:spChg chg="add mod">
          <ac:chgData name="Operational Excellence Academy6" userId="6e9043d510d79392" providerId="LiveId" clId="{7B99C48E-A537-4570-BA13-58FE3DB33F33}" dt="2026-01-25T14:11:19.380" v="4383" actId="14100"/>
          <ac:spMkLst>
            <pc:docMk/>
            <pc:sldMk cId="2437091964" sldId="263"/>
            <ac:spMk id="5" creationId="{B7A5B497-703C-A1EE-225D-61046905CD46}"/>
          </ac:spMkLst>
        </pc:spChg>
        <pc:spChg chg="add mod">
          <ac:chgData name="Operational Excellence Academy6" userId="6e9043d510d79392" providerId="LiveId" clId="{7B99C48E-A537-4570-BA13-58FE3DB33F33}" dt="2026-01-25T14:11:23.203" v="4384" actId="14100"/>
          <ac:spMkLst>
            <pc:docMk/>
            <pc:sldMk cId="2437091964" sldId="263"/>
            <ac:spMk id="6" creationId="{29EC2136-DA48-0F72-6EE2-6F82F37A62F4}"/>
          </ac:spMkLst>
        </pc:spChg>
        <pc:spChg chg="add mod">
          <ac:chgData name="Operational Excellence Academy6" userId="6e9043d510d79392" providerId="LiveId" clId="{7B99C48E-A537-4570-BA13-58FE3DB33F33}" dt="2026-01-25T14:12:17.870" v="4414" actId="1076"/>
          <ac:spMkLst>
            <pc:docMk/>
            <pc:sldMk cId="2437091964" sldId="263"/>
            <ac:spMk id="7" creationId="{0EDBA71A-9CBE-FEF6-8E81-287EA9D2CFF6}"/>
          </ac:spMkLst>
        </pc:spChg>
        <pc:spChg chg="add mod">
          <ac:chgData name="Operational Excellence Academy6" userId="6e9043d510d79392" providerId="LiveId" clId="{7B99C48E-A537-4570-BA13-58FE3DB33F33}" dt="2026-01-25T14:12:56.702" v="4445" actId="403"/>
          <ac:spMkLst>
            <pc:docMk/>
            <pc:sldMk cId="2437091964" sldId="263"/>
            <ac:spMk id="8" creationId="{201C78FD-9F11-0B4C-EF31-218E82E76406}"/>
          </ac:spMkLst>
        </pc:spChg>
      </pc:sldChg>
      <pc:sldChg chg="addSp delSp modSp new mod">
        <pc:chgData name="Operational Excellence Academy6" userId="6e9043d510d79392" providerId="LiveId" clId="{7B99C48E-A537-4570-BA13-58FE3DB33F33}" dt="2026-01-27T04:53:31.403" v="8038" actId="1035"/>
        <pc:sldMkLst>
          <pc:docMk/>
          <pc:sldMk cId="1700704553" sldId="264"/>
        </pc:sldMkLst>
        <pc:spChg chg="del mod">
          <ac:chgData name="Operational Excellence Academy6" userId="6e9043d510d79392" providerId="LiveId" clId="{7B99C48E-A537-4570-BA13-58FE3DB33F33}" dt="2026-01-26T10:48:48.154" v="4472" actId="478"/>
          <ac:spMkLst>
            <pc:docMk/>
            <pc:sldMk cId="1700704553" sldId="264"/>
            <ac:spMk id="2" creationId="{5A73FA10-A24E-10AE-4D81-DA6BAFCC2FA1}"/>
          </ac:spMkLst>
        </pc:spChg>
        <pc:spChg chg="del">
          <ac:chgData name="Operational Excellence Academy6" userId="6e9043d510d79392" providerId="LiveId" clId="{7B99C48E-A537-4570-BA13-58FE3DB33F33}" dt="2026-01-26T10:50:52.687" v="4523" actId="478"/>
          <ac:spMkLst>
            <pc:docMk/>
            <pc:sldMk cId="1700704553" sldId="264"/>
            <ac:spMk id="3" creationId="{4EF5D33C-C799-BCBA-FC14-C9D2A1480C3B}"/>
          </ac:spMkLst>
        </pc:spChg>
        <pc:spChg chg="add del mod">
          <ac:chgData name="Operational Excellence Academy6" userId="6e9043d510d79392" providerId="LiveId" clId="{7B99C48E-A537-4570-BA13-58FE3DB33F33}" dt="2026-01-26T10:48:51.368" v="4473" actId="478"/>
          <ac:spMkLst>
            <pc:docMk/>
            <pc:sldMk cId="1700704553" sldId="264"/>
            <ac:spMk id="5" creationId="{EE052966-C740-840A-32B7-EE08E484C789}"/>
          </ac:spMkLst>
        </pc:spChg>
        <pc:spChg chg="add mod">
          <ac:chgData name="Operational Excellence Academy6" userId="6e9043d510d79392" providerId="LiveId" clId="{7B99C48E-A537-4570-BA13-58FE3DB33F33}" dt="2026-01-27T04:40:45.064" v="7594" actId="20577"/>
          <ac:spMkLst>
            <pc:docMk/>
            <pc:sldMk cId="1700704553" sldId="264"/>
            <ac:spMk id="6" creationId="{BB7279D0-5776-96B9-9005-A2020E8455C8}"/>
          </ac:spMkLst>
        </pc:spChg>
        <pc:spChg chg="add del mod">
          <ac:chgData name="Operational Excellence Academy6" userId="6e9043d510d79392" providerId="LiveId" clId="{7B99C48E-A537-4570-BA13-58FE3DB33F33}" dt="2026-01-26T11:21:01.725" v="5564" actId="478"/>
          <ac:spMkLst>
            <pc:docMk/>
            <pc:sldMk cId="1700704553" sldId="264"/>
            <ac:spMk id="7" creationId="{D0F19EF6-E5CD-4488-8949-B99593903681}"/>
          </ac:spMkLst>
        </pc:spChg>
        <pc:spChg chg="mod">
          <ac:chgData name="Operational Excellence Academy6" userId="6e9043d510d79392" providerId="LiveId" clId="{7B99C48E-A537-4570-BA13-58FE3DB33F33}" dt="2026-01-26T11:00:27.709" v="4932" actId="164"/>
          <ac:spMkLst>
            <pc:docMk/>
            <pc:sldMk cId="1700704553" sldId="264"/>
            <ac:spMk id="8" creationId="{98A148DF-3811-5A57-EF41-83312E2C649E}"/>
          </ac:spMkLst>
        </pc:spChg>
        <pc:spChg chg="add mod">
          <ac:chgData name="Operational Excellence Academy6" userId="6e9043d510d79392" providerId="LiveId" clId="{7B99C48E-A537-4570-BA13-58FE3DB33F33}" dt="2026-01-26T11:00:27.709" v="4932" actId="164"/>
          <ac:spMkLst>
            <pc:docMk/>
            <pc:sldMk cId="1700704553" sldId="264"/>
            <ac:spMk id="9" creationId="{F7AC89C2-1368-59A3-E5BD-3C999EAC8CA9}"/>
          </ac:spMkLst>
        </pc:spChg>
        <pc:spChg chg="add mod">
          <ac:chgData name="Operational Excellence Academy6" userId="6e9043d510d79392" providerId="LiveId" clId="{7B99C48E-A537-4570-BA13-58FE3DB33F33}" dt="2026-01-27T04:50:25.326" v="7681" actId="20577"/>
          <ac:spMkLst>
            <pc:docMk/>
            <pc:sldMk cId="1700704553" sldId="264"/>
            <ac:spMk id="10" creationId="{00AE7887-D898-649B-C0D2-2C8888C3DCB8}"/>
          </ac:spMkLst>
        </pc:spChg>
        <pc:spChg chg="add mod">
          <ac:chgData name="Operational Excellence Academy6" userId="6e9043d510d79392" providerId="LiveId" clId="{7B99C48E-A537-4570-BA13-58FE3DB33F33}" dt="2026-01-27T04:50:38.803" v="7703" actId="20577"/>
          <ac:spMkLst>
            <pc:docMk/>
            <pc:sldMk cId="1700704553" sldId="264"/>
            <ac:spMk id="11" creationId="{2B04A9B3-778F-F348-648F-0C9FC48CD4FD}"/>
          </ac:spMkLst>
        </pc:spChg>
        <pc:spChg chg="mod">
          <ac:chgData name="Operational Excellence Academy6" userId="6e9043d510d79392" providerId="LiveId" clId="{7B99C48E-A537-4570-BA13-58FE3DB33F33}" dt="2026-01-26T10:52:58.298" v="4535"/>
          <ac:spMkLst>
            <pc:docMk/>
            <pc:sldMk cId="1700704553" sldId="264"/>
            <ac:spMk id="13" creationId="{BAF007E1-9123-A20B-0AB1-A5C25A16A076}"/>
          </ac:spMkLst>
        </pc:spChg>
        <pc:spChg chg="mod">
          <ac:chgData name="Operational Excellence Academy6" userId="6e9043d510d79392" providerId="LiveId" clId="{7B99C48E-A537-4570-BA13-58FE3DB33F33}" dt="2026-01-26T10:52:58.298" v="4535"/>
          <ac:spMkLst>
            <pc:docMk/>
            <pc:sldMk cId="1700704553" sldId="264"/>
            <ac:spMk id="14" creationId="{828EDE43-AA86-A8B6-AC91-4A192CA74F26}"/>
          </ac:spMkLst>
        </pc:spChg>
        <pc:spChg chg="mod">
          <ac:chgData name="Operational Excellence Academy6" userId="6e9043d510d79392" providerId="LiveId" clId="{7B99C48E-A537-4570-BA13-58FE3DB33F33}" dt="2026-01-26T10:52:58.298" v="4535"/>
          <ac:spMkLst>
            <pc:docMk/>
            <pc:sldMk cId="1700704553" sldId="264"/>
            <ac:spMk id="16" creationId="{E091ECAC-5A9F-DA07-9F86-1798764A940E}"/>
          </ac:spMkLst>
        </pc:spChg>
        <pc:spChg chg="mod">
          <ac:chgData name="Operational Excellence Academy6" userId="6e9043d510d79392" providerId="LiveId" clId="{7B99C48E-A537-4570-BA13-58FE3DB33F33}" dt="2026-01-26T10:52:58.298" v="4535"/>
          <ac:spMkLst>
            <pc:docMk/>
            <pc:sldMk cId="1700704553" sldId="264"/>
            <ac:spMk id="17" creationId="{4A01C3B7-C832-178E-C1AC-D43231F0D63B}"/>
          </ac:spMkLst>
        </pc:spChg>
        <pc:spChg chg="mod">
          <ac:chgData name="Operational Excellence Academy6" userId="6e9043d510d79392" providerId="LiveId" clId="{7B99C48E-A537-4570-BA13-58FE3DB33F33}" dt="2026-01-26T10:52:58.298" v="4535"/>
          <ac:spMkLst>
            <pc:docMk/>
            <pc:sldMk cId="1700704553" sldId="264"/>
            <ac:spMk id="19" creationId="{C6C4B70A-A61B-32AC-F10D-B4CBF68B5B46}"/>
          </ac:spMkLst>
        </pc:spChg>
        <pc:spChg chg="mod">
          <ac:chgData name="Operational Excellence Academy6" userId="6e9043d510d79392" providerId="LiveId" clId="{7B99C48E-A537-4570-BA13-58FE3DB33F33}" dt="2026-01-26T10:52:58.298" v="4535"/>
          <ac:spMkLst>
            <pc:docMk/>
            <pc:sldMk cId="1700704553" sldId="264"/>
            <ac:spMk id="20" creationId="{73E13AFE-4F6D-C0D4-A7ED-824906E07E2D}"/>
          </ac:spMkLst>
        </pc:spChg>
        <pc:spChg chg="add mod">
          <ac:chgData name="Operational Excellence Academy6" userId="6e9043d510d79392" providerId="LiveId" clId="{7B99C48E-A537-4570-BA13-58FE3DB33F33}" dt="2026-01-26T11:00:27.709" v="4932" actId="164"/>
          <ac:spMkLst>
            <pc:docMk/>
            <pc:sldMk cId="1700704553" sldId="264"/>
            <ac:spMk id="21" creationId="{7572F82F-0F38-1F1F-0A36-D4AE02564CDA}"/>
          </ac:spMkLst>
        </pc:spChg>
        <pc:spChg chg="add mod">
          <ac:chgData name="Operational Excellence Academy6" userId="6e9043d510d79392" providerId="LiveId" clId="{7B99C48E-A537-4570-BA13-58FE3DB33F33}" dt="2026-01-27T04:50:49.256" v="7725" actId="20577"/>
          <ac:spMkLst>
            <pc:docMk/>
            <pc:sldMk cId="1700704553" sldId="264"/>
            <ac:spMk id="22" creationId="{C6A4D663-F238-75C6-E4E3-605313D9C2C2}"/>
          </ac:spMkLst>
        </pc:spChg>
        <pc:spChg chg="mod">
          <ac:chgData name="Operational Excellence Academy6" userId="6e9043d510d79392" providerId="LiveId" clId="{7B99C48E-A537-4570-BA13-58FE3DB33F33}" dt="2026-01-26T10:56:40.716" v="4666"/>
          <ac:spMkLst>
            <pc:docMk/>
            <pc:sldMk cId="1700704553" sldId="264"/>
            <ac:spMk id="24" creationId="{BBCE72C5-8FD8-CDE7-1A54-959715CB2675}"/>
          </ac:spMkLst>
        </pc:spChg>
        <pc:spChg chg="mod">
          <ac:chgData name="Operational Excellence Academy6" userId="6e9043d510d79392" providerId="LiveId" clId="{7B99C48E-A537-4570-BA13-58FE3DB33F33}" dt="2026-01-26T10:56:40.716" v="4666"/>
          <ac:spMkLst>
            <pc:docMk/>
            <pc:sldMk cId="1700704553" sldId="264"/>
            <ac:spMk id="25" creationId="{B9EC6EF4-4E72-0891-4D8A-CA032C85B48F}"/>
          </ac:spMkLst>
        </pc:spChg>
        <pc:spChg chg="add mod">
          <ac:chgData name="Operational Excellence Academy6" userId="6e9043d510d79392" providerId="LiveId" clId="{7B99C48E-A537-4570-BA13-58FE3DB33F33}" dt="2026-01-26T11:00:27.709" v="4932" actId="164"/>
          <ac:spMkLst>
            <pc:docMk/>
            <pc:sldMk cId="1700704553" sldId="264"/>
            <ac:spMk id="26" creationId="{FB68AF4F-464A-A782-93FE-4E4D6C140ACD}"/>
          </ac:spMkLst>
        </pc:spChg>
        <pc:spChg chg="add mod">
          <ac:chgData name="Operational Excellence Academy6" userId="6e9043d510d79392" providerId="LiveId" clId="{7B99C48E-A537-4570-BA13-58FE3DB33F33}" dt="2026-01-27T04:51:31.975" v="7821" actId="20577"/>
          <ac:spMkLst>
            <pc:docMk/>
            <pc:sldMk cId="1700704553" sldId="264"/>
            <ac:spMk id="27" creationId="{8169096B-6689-D789-1A33-0DF5AF7B781E}"/>
          </ac:spMkLst>
        </pc:spChg>
        <pc:spChg chg="add mod">
          <ac:chgData name="Operational Excellence Academy6" userId="6e9043d510d79392" providerId="LiveId" clId="{7B99C48E-A537-4570-BA13-58FE3DB33F33}" dt="2026-01-27T04:52:15.270" v="7910" actId="20577"/>
          <ac:spMkLst>
            <pc:docMk/>
            <pc:sldMk cId="1700704553" sldId="264"/>
            <ac:spMk id="28" creationId="{AC8F3E31-7519-43F8-D17A-65FE001F6CBA}"/>
          </ac:spMkLst>
        </pc:spChg>
        <pc:spChg chg="add mod">
          <ac:chgData name="Operational Excellence Academy6" userId="6e9043d510d79392" providerId="LiveId" clId="{7B99C48E-A537-4570-BA13-58FE3DB33F33}" dt="2026-01-27T04:53:19.804" v="8028" actId="20577"/>
          <ac:spMkLst>
            <pc:docMk/>
            <pc:sldMk cId="1700704553" sldId="264"/>
            <ac:spMk id="29" creationId="{8D3BC440-E960-649B-A331-049F331A0900}"/>
          </ac:spMkLst>
        </pc:spChg>
        <pc:spChg chg="add mod">
          <ac:chgData name="Operational Excellence Academy6" userId="6e9043d510d79392" providerId="LiveId" clId="{7B99C48E-A537-4570-BA13-58FE3DB33F33}" dt="2026-01-27T04:42:00.930" v="7620" actId="20577"/>
          <ac:spMkLst>
            <pc:docMk/>
            <pc:sldMk cId="1700704553" sldId="264"/>
            <ac:spMk id="31" creationId="{5F153BA0-5FE9-9554-A86A-42E38440D7BC}"/>
          </ac:spMkLst>
        </pc:spChg>
        <pc:spChg chg="add mod">
          <ac:chgData name="Operational Excellence Academy6" userId="6e9043d510d79392" providerId="LiveId" clId="{7B99C48E-A537-4570-BA13-58FE3DB33F33}" dt="2026-01-26T11:21:32.529" v="5565" actId="164"/>
          <ac:spMkLst>
            <pc:docMk/>
            <pc:sldMk cId="1700704553" sldId="264"/>
            <ac:spMk id="32" creationId="{137860FC-B303-824A-C42E-A4C530C8F769}"/>
          </ac:spMkLst>
        </pc:spChg>
        <pc:spChg chg="add mod">
          <ac:chgData name="Operational Excellence Academy6" userId="6e9043d510d79392" providerId="LiveId" clId="{7B99C48E-A537-4570-BA13-58FE3DB33F33}" dt="2026-01-26T11:21:32.529" v="5565" actId="164"/>
          <ac:spMkLst>
            <pc:docMk/>
            <pc:sldMk cId="1700704553" sldId="264"/>
            <ac:spMk id="33" creationId="{CAE56E20-7765-01BA-BB7F-B4749AEA62D5}"/>
          </ac:spMkLst>
        </pc:spChg>
        <pc:spChg chg="add mod">
          <ac:chgData name="Operational Excellence Academy6" userId="6e9043d510d79392" providerId="LiveId" clId="{7B99C48E-A537-4570-BA13-58FE3DB33F33}" dt="2026-01-26T11:34:50.279" v="5919" actId="164"/>
          <ac:spMkLst>
            <pc:docMk/>
            <pc:sldMk cId="1700704553" sldId="264"/>
            <ac:spMk id="37" creationId="{60EC5E9B-CDBD-E2E6-0C77-B4D28C630E2F}"/>
          </ac:spMkLst>
        </pc:spChg>
        <pc:spChg chg="add mod">
          <ac:chgData name="Operational Excellence Academy6" userId="6e9043d510d79392" providerId="LiveId" clId="{7B99C48E-A537-4570-BA13-58FE3DB33F33}" dt="2026-01-26T11:34:50.279" v="5919" actId="164"/>
          <ac:spMkLst>
            <pc:docMk/>
            <pc:sldMk cId="1700704553" sldId="264"/>
            <ac:spMk id="41" creationId="{04AF0FCF-D264-92C7-D3FA-8C3ABFE96B81}"/>
          </ac:spMkLst>
        </pc:spChg>
        <pc:spChg chg="add mod">
          <ac:chgData name="Operational Excellence Academy6" userId="6e9043d510d79392" providerId="LiveId" clId="{7B99C48E-A537-4570-BA13-58FE3DB33F33}" dt="2026-01-26T11:34:50.279" v="5919" actId="164"/>
          <ac:spMkLst>
            <pc:docMk/>
            <pc:sldMk cId="1700704553" sldId="264"/>
            <ac:spMk id="42" creationId="{7BA800DB-9EB6-F59A-2024-CD4A7E3FA84D}"/>
          </ac:spMkLst>
        </pc:spChg>
        <pc:spChg chg="add mod">
          <ac:chgData name="Operational Excellence Academy6" userId="6e9043d510d79392" providerId="LiveId" clId="{7B99C48E-A537-4570-BA13-58FE3DB33F33}" dt="2026-01-26T11:34:50.279" v="5919" actId="164"/>
          <ac:spMkLst>
            <pc:docMk/>
            <pc:sldMk cId="1700704553" sldId="264"/>
            <ac:spMk id="43" creationId="{C50CE7F1-A0B8-BA12-4DB4-1E11B8ED19F0}"/>
          </ac:spMkLst>
        </pc:spChg>
        <pc:spChg chg="add mod">
          <ac:chgData name="Operational Excellence Academy6" userId="6e9043d510d79392" providerId="LiveId" clId="{7B99C48E-A537-4570-BA13-58FE3DB33F33}" dt="2026-01-26T11:34:50.279" v="5919" actId="164"/>
          <ac:spMkLst>
            <pc:docMk/>
            <pc:sldMk cId="1700704553" sldId="264"/>
            <ac:spMk id="44" creationId="{845AF627-5C0B-BE49-CCBC-BE42A9E875F5}"/>
          </ac:spMkLst>
        </pc:spChg>
        <pc:spChg chg="add mod">
          <ac:chgData name="Operational Excellence Academy6" userId="6e9043d510d79392" providerId="LiveId" clId="{7B99C48E-A537-4570-BA13-58FE3DB33F33}" dt="2026-01-26T11:34:50.279" v="5919" actId="164"/>
          <ac:spMkLst>
            <pc:docMk/>
            <pc:sldMk cId="1700704553" sldId="264"/>
            <ac:spMk id="45" creationId="{A62007EB-EB77-B883-A269-0793D91BBC2C}"/>
          </ac:spMkLst>
        </pc:spChg>
        <pc:spChg chg="add mod">
          <ac:chgData name="Operational Excellence Academy6" userId="6e9043d510d79392" providerId="LiveId" clId="{7B99C48E-A537-4570-BA13-58FE3DB33F33}" dt="2026-01-26T11:34:50.279" v="5919" actId="164"/>
          <ac:spMkLst>
            <pc:docMk/>
            <pc:sldMk cId="1700704553" sldId="264"/>
            <ac:spMk id="46" creationId="{BD19901E-32C6-FB0D-CB7B-53290DF7EF0A}"/>
          </ac:spMkLst>
        </pc:spChg>
        <pc:spChg chg="add mod">
          <ac:chgData name="Operational Excellence Academy6" userId="6e9043d510d79392" providerId="LiveId" clId="{7B99C48E-A537-4570-BA13-58FE3DB33F33}" dt="2026-01-26T11:33:09.553" v="5869"/>
          <ac:spMkLst>
            <pc:docMk/>
            <pc:sldMk cId="1700704553" sldId="264"/>
            <ac:spMk id="47" creationId="{356B9AD4-4816-F2FD-F6F1-B8E796E3D47F}"/>
          </ac:spMkLst>
        </pc:spChg>
        <pc:spChg chg="add mod">
          <ac:chgData name="Operational Excellence Academy6" userId="6e9043d510d79392" providerId="LiveId" clId="{7B99C48E-A537-4570-BA13-58FE3DB33F33}" dt="2026-01-26T11:34:11.593" v="5917" actId="255"/>
          <ac:spMkLst>
            <pc:docMk/>
            <pc:sldMk cId="1700704553" sldId="264"/>
            <ac:spMk id="48" creationId="{5639BA26-471E-CCD2-3D87-9863A2CF96FD}"/>
          </ac:spMkLst>
        </pc:spChg>
        <pc:spChg chg="add mod">
          <ac:chgData name="Operational Excellence Academy6" userId="6e9043d510d79392" providerId="LiveId" clId="{7B99C48E-A537-4570-BA13-58FE3DB33F33}" dt="2026-01-26T11:34:50.279" v="5919" actId="164"/>
          <ac:spMkLst>
            <pc:docMk/>
            <pc:sldMk cId="1700704553" sldId="264"/>
            <ac:spMk id="49" creationId="{9623D277-87A3-7CD3-E8E1-8211E63E2983}"/>
          </ac:spMkLst>
        </pc:spChg>
        <pc:spChg chg="add mod">
          <ac:chgData name="Operational Excellence Academy6" userId="6e9043d510d79392" providerId="LiveId" clId="{7B99C48E-A537-4570-BA13-58FE3DB33F33}" dt="2026-01-26T11:36:58.162" v="6061" actId="20577"/>
          <ac:spMkLst>
            <pc:docMk/>
            <pc:sldMk cId="1700704553" sldId="264"/>
            <ac:spMk id="50" creationId="{15C52B01-B369-5192-9672-1098704DA9E9}"/>
          </ac:spMkLst>
        </pc:spChg>
        <pc:spChg chg="add mod">
          <ac:chgData name="Operational Excellence Academy6" userId="6e9043d510d79392" providerId="LiveId" clId="{7B99C48E-A537-4570-BA13-58FE3DB33F33}" dt="2026-01-26T11:37:00.482" v="6062" actId="20577"/>
          <ac:spMkLst>
            <pc:docMk/>
            <pc:sldMk cId="1700704553" sldId="264"/>
            <ac:spMk id="51" creationId="{95D8A928-7E76-A69C-B866-70B273EBF120}"/>
          </ac:spMkLst>
        </pc:spChg>
        <pc:spChg chg="add mod">
          <ac:chgData name="Operational Excellence Academy6" userId="6e9043d510d79392" providerId="LiveId" clId="{7B99C48E-A537-4570-BA13-58FE3DB33F33}" dt="2026-01-27T04:53:31.403" v="8038" actId="1035"/>
          <ac:spMkLst>
            <pc:docMk/>
            <pc:sldMk cId="1700704553" sldId="264"/>
            <ac:spMk id="53" creationId="{05006A69-7B8B-DF6E-D1D3-2152306E9E8E}"/>
          </ac:spMkLst>
        </pc:spChg>
        <pc:grpChg chg="mod">
          <ac:chgData name="Operational Excellence Academy6" userId="6e9043d510d79392" providerId="LiveId" clId="{7B99C48E-A537-4570-BA13-58FE3DB33F33}" dt="2026-01-26T10:56:32.550" v="4665" actId="1035"/>
          <ac:grpSpMkLst>
            <pc:docMk/>
            <pc:sldMk cId="1700704553" sldId="264"/>
            <ac:grpSpMk id="12" creationId="{5FC6B27D-EEF9-7D01-DCC2-8792242B255B}"/>
          </ac:grpSpMkLst>
        </pc:grpChg>
        <pc:grpChg chg="mod">
          <ac:chgData name="Operational Excellence Academy6" userId="6e9043d510d79392" providerId="LiveId" clId="{7B99C48E-A537-4570-BA13-58FE3DB33F33}" dt="2026-01-26T10:56:32.550" v="4665" actId="1035"/>
          <ac:grpSpMkLst>
            <pc:docMk/>
            <pc:sldMk cId="1700704553" sldId="264"/>
            <ac:grpSpMk id="15" creationId="{D5DE0360-456A-9661-264C-62B2357A8BAE}"/>
          </ac:grpSpMkLst>
        </pc:grpChg>
        <pc:grpChg chg="mod">
          <ac:chgData name="Operational Excellence Academy6" userId="6e9043d510d79392" providerId="LiveId" clId="{7B99C48E-A537-4570-BA13-58FE3DB33F33}" dt="2026-01-26T10:56:32.550" v="4665" actId="1035"/>
          <ac:grpSpMkLst>
            <pc:docMk/>
            <pc:sldMk cId="1700704553" sldId="264"/>
            <ac:grpSpMk id="18" creationId="{409DA17A-5FBD-416E-84A8-2F1A2389B4C2}"/>
          </ac:grpSpMkLst>
        </pc:grpChg>
        <pc:grpChg chg="add mod">
          <ac:chgData name="Operational Excellence Academy6" userId="6e9043d510d79392" providerId="LiveId" clId="{7B99C48E-A537-4570-BA13-58FE3DB33F33}" dt="2026-01-26T10:56:47.636" v="4669" actId="1037"/>
          <ac:grpSpMkLst>
            <pc:docMk/>
            <pc:sldMk cId="1700704553" sldId="264"/>
            <ac:grpSpMk id="23" creationId="{25BA5E50-24DD-DA45-E773-9371C6254CBE}"/>
          </ac:grpSpMkLst>
        </pc:grpChg>
        <pc:grpChg chg="mod">
          <ac:chgData name="Operational Excellence Academy6" userId="6e9043d510d79392" providerId="LiveId" clId="{7B99C48E-A537-4570-BA13-58FE3DB33F33}" dt="2026-01-26T11:21:32.529" v="5565" actId="164"/>
          <ac:grpSpMkLst>
            <pc:docMk/>
            <pc:sldMk cId="1700704553" sldId="264"/>
            <ac:grpSpMk id="30" creationId="{001E7A9D-24FE-6D23-5C65-746CDCE8357D}"/>
          </ac:grpSpMkLst>
        </pc:grpChg>
        <pc:grpChg chg="add mod">
          <ac:chgData name="Operational Excellence Academy6" userId="6e9043d510d79392" providerId="LiveId" clId="{7B99C48E-A537-4570-BA13-58FE3DB33F33}" dt="2026-01-26T11:21:38.999" v="5610" actId="1035"/>
          <ac:grpSpMkLst>
            <pc:docMk/>
            <pc:sldMk cId="1700704553" sldId="264"/>
            <ac:grpSpMk id="36" creationId="{ABC6FBC7-18E7-20CB-75CD-11A7A88D330D}"/>
          </ac:grpSpMkLst>
        </pc:grpChg>
        <pc:grpChg chg="mod">
          <ac:chgData name="Operational Excellence Academy6" userId="6e9043d510d79392" providerId="LiveId" clId="{7B99C48E-A537-4570-BA13-58FE3DB33F33}" dt="2026-01-27T04:53:31.403" v="8038" actId="1035"/>
          <ac:grpSpMkLst>
            <pc:docMk/>
            <pc:sldMk cId="1700704553" sldId="264"/>
            <ac:grpSpMk id="52" creationId="{75537D49-D3DF-020E-B3E5-1621F0FF6870}"/>
          </ac:grpSpMkLst>
        </pc:grpChg>
        <pc:graphicFrameChg chg="add del modGraphic">
          <ac:chgData name="Operational Excellence Academy6" userId="6e9043d510d79392" providerId="LiveId" clId="{7B99C48E-A537-4570-BA13-58FE3DB33F33}" dt="2026-01-26T11:30:04.376" v="5789" actId="478"/>
          <ac:graphicFrameMkLst>
            <pc:docMk/>
            <pc:sldMk cId="1700704553" sldId="264"/>
            <ac:graphicFrameMk id="40" creationId="{7EE63B79-1DFA-9B0A-B4E2-0826699C1C0F}"/>
          </ac:graphicFrameMkLst>
        </pc:graphicFrameChg>
        <pc:picChg chg="add mod">
          <ac:chgData name="Operational Excellence Academy6" userId="6e9043d510d79392" providerId="LiveId" clId="{7B99C48E-A537-4570-BA13-58FE3DB33F33}" dt="2026-01-26T11:21:32.529" v="5565" actId="164"/>
          <ac:picMkLst>
            <pc:docMk/>
            <pc:sldMk cId="1700704553" sldId="264"/>
            <ac:picMk id="35" creationId="{556A34B8-8BDB-EAF3-4434-553C4AFB4AF6}"/>
          </ac:picMkLst>
        </pc:picChg>
        <pc:picChg chg="add del mod">
          <ac:chgData name="Operational Excellence Academy6" userId="6e9043d510d79392" providerId="LiveId" clId="{7B99C48E-A537-4570-BA13-58FE3DB33F33}" dt="2026-01-26T11:28:12.010" v="5749" actId="478"/>
          <ac:picMkLst>
            <pc:docMk/>
            <pc:sldMk cId="1700704553" sldId="264"/>
            <ac:picMk id="39" creationId="{71092B59-4D5D-4F40-01DD-81CC5A0EDB06}"/>
          </ac:picMkLst>
        </pc:picChg>
      </pc:sldChg>
      <pc:sldChg chg="new del">
        <pc:chgData name="Operational Excellence Academy6" userId="6e9043d510d79392" providerId="LiveId" clId="{7B99C48E-A537-4570-BA13-58FE3DB33F33}" dt="2026-01-26T11:05:16.073" v="5041" actId="680"/>
        <pc:sldMkLst>
          <pc:docMk/>
          <pc:sldMk cId="2543949420" sldId="265"/>
        </pc:sldMkLst>
      </pc:sldChg>
      <pc:sldChg chg="addSp delSp modSp add mod ord">
        <pc:chgData name="Operational Excellence Academy6" userId="6e9043d510d79392" providerId="LiveId" clId="{7B99C48E-A537-4570-BA13-58FE3DB33F33}" dt="2026-01-27T04:50:05.958" v="7661" actId="20577"/>
        <pc:sldMkLst>
          <pc:docMk/>
          <pc:sldMk cId="3043075221" sldId="265"/>
        </pc:sldMkLst>
        <pc:spChg chg="add mod">
          <ac:chgData name="Operational Excellence Academy6" userId="6e9043d510d79392" providerId="LiveId" clId="{7B99C48E-A537-4570-BA13-58FE3DB33F33}" dt="2026-01-27T04:49:51.943" v="7656" actId="20577"/>
          <ac:spMkLst>
            <pc:docMk/>
            <pc:sldMk cId="3043075221" sldId="265"/>
            <ac:spMk id="3" creationId="{F8646328-7E90-4E97-1887-E742050897BD}"/>
          </ac:spMkLst>
        </pc:spChg>
        <pc:spChg chg="add mod">
          <ac:chgData name="Operational Excellence Academy6" userId="6e9043d510d79392" providerId="LiveId" clId="{7B99C48E-A537-4570-BA13-58FE3DB33F33}" dt="2026-01-27T04:50:05.958" v="7661" actId="20577"/>
          <ac:spMkLst>
            <pc:docMk/>
            <pc:sldMk cId="3043075221" sldId="265"/>
            <ac:spMk id="4" creationId="{1E084BA8-1323-F95D-6ED1-E7FBB850CF0D}"/>
          </ac:spMkLst>
        </pc:spChg>
        <pc:spChg chg="mod">
          <ac:chgData name="Operational Excellence Academy6" userId="6e9043d510d79392" providerId="LiveId" clId="{7B99C48E-A537-4570-BA13-58FE3DB33F33}" dt="2026-01-27T04:34:00.482" v="7431" actId="1035"/>
          <ac:spMkLst>
            <pc:docMk/>
            <pc:sldMk cId="3043075221" sldId="265"/>
            <ac:spMk id="6" creationId="{6CB61229-3FAB-9081-5CF3-279E60EB1836}"/>
          </ac:spMkLst>
        </pc:spChg>
        <pc:spChg chg="mod">
          <ac:chgData name="Operational Excellence Academy6" userId="6e9043d510d79392" providerId="LiveId" clId="{7B99C48E-A537-4570-BA13-58FE3DB33F33}" dt="2026-01-27T04:41:03.820" v="7595" actId="20577"/>
          <ac:spMkLst>
            <pc:docMk/>
            <pc:sldMk cId="3043075221" sldId="265"/>
            <ac:spMk id="7" creationId="{54B04009-D8AD-446D-820F-B13D875FA337}"/>
          </ac:spMkLst>
        </pc:spChg>
        <pc:spChg chg="del">
          <ac:chgData name="Operational Excellence Academy6" userId="6e9043d510d79392" providerId="LiveId" clId="{7B99C48E-A537-4570-BA13-58FE3DB33F33}" dt="2026-01-26T11:08:46.240" v="5210" actId="478"/>
          <ac:spMkLst>
            <pc:docMk/>
            <pc:sldMk cId="3043075221" sldId="265"/>
            <ac:spMk id="31" creationId="{66E2F5B0-6219-51D1-35CF-8403826CB650}"/>
          </ac:spMkLst>
        </pc:spChg>
        <pc:spChg chg="del">
          <ac:chgData name="Operational Excellence Academy6" userId="6e9043d510d79392" providerId="LiveId" clId="{7B99C48E-A537-4570-BA13-58FE3DB33F33}" dt="2026-01-26T11:08:46.240" v="5210" actId="478"/>
          <ac:spMkLst>
            <pc:docMk/>
            <pc:sldMk cId="3043075221" sldId="265"/>
            <ac:spMk id="32" creationId="{04820371-D4A8-AA55-90F8-E1E2D1ABFB27}"/>
          </ac:spMkLst>
        </pc:spChg>
        <pc:spChg chg="del">
          <ac:chgData name="Operational Excellence Academy6" userId="6e9043d510d79392" providerId="LiveId" clId="{7B99C48E-A537-4570-BA13-58FE3DB33F33}" dt="2026-01-26T11:08:46.240" v="5210" actId="478"/>
          <ac:spMkLst>
            <pc:docMk/>
            <pc:sldMk cId="3043075221" sldId="265"/>
            <ac:spMk id="33" creationId="{BA92234B-F84F-E728-014A-E43896D0A07D}"/>
          </ac:spMkLst>
        </pc:spChg>
        <pc:grpChg chg="del">
          <ac:chgData name="Operational Excellence Academy6" userId="6e9043d510d79392" providerId="LiveId" clId="{7B99C48E-A537-4570-BA13-58FE3DB33F33}" dt="2026-01-26T11:08:46.240" v="5210" actId="478"/>
          <ac:grpSpMkLst>
            <pc:docMk/>
            <pc:sldMk cId="3043075221" sldId="265"/>
            <ac:grpSpMk id="30" creationId="{A38ACD21-494D-EF29-915C-0BCDD2EB1A9A}"/>
          </ac:grpSpMkLst>
        </pc:grpChg>
        <pc:picChg chg="add mod">
          <ac:chgData name="Operational Excellence Academy6" userId="6e9043d510d79392" providerId="LiveId" clId="{7B99C48E-A537-4570-BA13-58FE3DB33F33}" dt="2026-01-27T04:35:03.937" v="7489" actId="1035"/>
          <ac:picMkLst>
            <pc:docMk/>
            <pc:sldMk cId="3043075221" sldId="265"/>
            <ac:picMk id="2" creationId="{01C301F3-8332-9704-031A-97F0DC53BF62}"/>
          </ac:picMkLst>
        </pc:picChg>
        <pc:picChg chg="del">
          <ac:chgData name="Operational Excellence Academy6" userId="6e9043d510d79392" providerId="LiveId" clId="{7B99C48E-A537-4570-BA13-58FE3DB33F33}" dt="2026-01-26T11:08:46.240" v="5210" actId="478"/>
          <ac:picMkLst>
            <pc:docMk/>
            <pc:sldMk cId="3043075221" sldId="265"/>
            <ac:picMk id="35" creationId="{373F4081-2938-5B8B-398C-F13EB06886FB}"/>
          </ac:picMkLst>
        </pc:picChg>
      </pc:sldChg>
      <pc:sldChg chg="addSp delSp modSp add mod">
        <pc:chgData name="Operational Excellence Academy6" userId="6e9043d510d79392" providerId="LiveId" clId="{7B99C48E-A537-4570-BA13-58FE3DB33F33}" dt="2026-01-27T04:36:10.881" v="7551" actId="1038"/>
        <pc:sldMkLst>
          <pc:docMk/>
          <pc:sldMk cId="800387678" sldId="266"/>
        </pc:sldMkLst>
        <pc:spChg chg="add mod">
          <ac:chgData name="Operational Excellence Academy6" userId="6e9043d510d79392" providerId="LiveId" clId="{7B99C48E-A537-4570-BA13-58FE3DB33F33}" dt="2026-01-27T04:36:03.661" v="7531" actId="1035"/>
          <ac:spMkLst>
            <pc:docMk/>
            <pc:sldMk cId="800387678" sldId="266"/>
            <ac:spMk id="2" creationId="{E4127128-CF70-7308-1129-EA0CC3186347}"/>
          </ac:spMkLst>
        </pc:spChg>
        <pc:spChg chg="add del mod">
          <ac:chgData name="Operational Excellence Academy6" userId="6e9043d510d79392" providerId="LiveId" clId="{7B99C48E-A537-4570-BA13-58FE3DB33F33}" dt="2026-01-26T12:42:45.858" v="6234" actId="478"/>
          <ac:spMkLst>
            <pc:docMk/>
            <pc:sldMk cId="800387678" sldId="266"/>
            <ac:spMk id="3" creationId="{435D2DE5-F96E-D695-396D-9378BDF0B2DE}"/>
          </ac:spMkLst>
        </pc:spChg>
        <pc:spChg chg="mod">
          <ac:chgData name="Operational Excellence Academy6" userId="6e9043d510d79392" providerId="LiveId" clId="{7B99C48E-A537-4570-BA13-58FE3DB33F33}" dt="2026-01-27T04:36:00.149" v="7523" actId="1038"/>
          <ac:spMkLst>
            <pc:docMk/>
            <pc:sldMk cId="800387678" sldId="266"/>
            <ac:spMk id="4" creationId="{94D5D466-3930-403B-1DBA-0C70337C3EF4}"/>
          </ac:spMkLst>
        </pc:spChg>
        <pc:spChg chg="del">
          <ac:chgData name="Operational Excellence Academy6" userId="6e9043d510d79392" providerId="LiveId" clId="{7B99C48E-A537-4570-BA13-58FE3DB33F33}" dt="2026-01-26T11:41:43.021" v="6117" actId="478"/>
          <ac:spMkLst>
            <pc:docMk/>
            <pc:sldMk cId="800387678" sldId="266"/>
            <ac:spMk id="5" creationId="{DDA98040-6C6F-C1D2-76B0-C63DD92A2A2A}"/>
          </ac:spMkLst>
        </pc:spChg>
        <pc:spChg chg="del">
          <ac:chgData name="Operational Excellence Academy6" userId="6e9043d510d79392" providerId="LiveId" clId="{7B99C48E-A537-4570-BA13-58FE3DB33F33}" dt="2026-01-26T11:41:43.021" v="6117" actId="478"/>
          <ac:spMkLst>
            <pc:docMk/>
            <pc:sldMk cId="800387678" sldId="266"/>
            <ac:spMk id="6" creationId="{7009D986-61FB-80B4-3185-E7D4876FE483}"/>
          </ac:spMkLst>
        </pc:spChg>
        <pc:spChg chg="add mod">
          <ac:chgData name="Operational Excellence Academy6" userId="6e9043d510d79392" providerId="LiveId" clId="{7B99C48E-A537-4570-BA13-58FE3DB33F33}" dt="2026-01-27T04:01:58.964" v="6842" actId="1076"/>
          <ac:spMkLst>
            <pc:docMk/>
            <pc:sldMk cId="800387678" sldId="266"/>
            <ac:spMk id="6" creationId="{E8248CEF-E862-2EDE-7B36-7A14BEC9B3A6}"/>
          </ac:spMkLst>
        </pc:spChg>
        <pc:spChg chg="add mod">
          <ac:chgData name="Operational Excellence Academy6" userId="6e9043d510d79392" providerId="LiveId" clId="{7B99C48E-A537-4570-BA13-58FE3DB33F33}" dt="2026-01-27T04:36:10.881" v="7551" actId="1038"/>
          <ac:spMkLst>
            <pc:docMk/>
            <pc:sldMk cId="800387678" sldId="266"/>
            <ac:spMk id="7" creationId="{57C126DC-E58B-ACDA-5679-BA26CDD348D0}"/>
          </ac:spMkLst>
        </pc:spChg>
        <pc:spChg chg="del">
          <ac:chgData name="Operational Excellence Academy6" userId="6e9043d510d79392" providerId="LiveId" clId="{7B99C48E-A537-4570-BA13-58FE3DB33F33}" dt="2026-01-26T11:41:43.021" v="6117" actId="478"/>
          <ac:spMkLst>
            <pc:docMk/>
            <pc:sldMk cId="800387678" sldId="266"/>
            <ac:spMk id="7" creationId="{B0394CCB-963D-926A-0715-322E859791DA}"/>
          </ac:spMkLst>
        </pc:spChg>
        <pc:spChg chg="del">
          <ac:chgData name="Operational Excellence Academy6" userId="6e9043d510d79392" providerId="LiveId" clId="{7B99C48E-A537-4570-BA13-58FE3DB33F33}" dt="2026-01-26T11:41:43.021" v="6117" actId="478"/>
          <ac:spMkLst>
            <pc:docMk/>
            <pc:sldMk cId="800387678" sldId="266"/>
            <ac:spMk id="8" creationId="{1BA34D08-15B7-0B37-213F-B2EF5857DBDA}"/>
          </ac:spMkLst>
        </pc:spChg>
        <pc:spChg chg="add mod">
          <ac:chgData name="Operational Excellence Academy6" userId="6e9043d510d79392" providerId="LiveId" clId="{7B99C48E-A537-4570-BA13-58FE3DB33F33}" dt="2026-01-27T04:36:10.881" v="7551" actId="1038"/>
          <ac:spMkLst>
            <pc:docMk/>
            <pc:sldMk cId="800387678" sldId="266"/>
            <ac:spMk id="8" creationId="{5CF5D4A1-2AA1-AF27-8E64-CD4373FAF21B}"/>
          </ac:spMkLst>
        </pc:spChg>
        <pc:spChg chg="add mod">
          <ac:chgData name="Operational Excellence Academy6" userId="6e9043d510d79392" providerId="LiveId" clId="{7B99C48E-A537-4570-BA13-58FE3DB33F33}" dt="2026-01-27T04:36:10.881" v="7551" actId="1038"/>
          <ac:spMkLst>
            <pc:docMk/>
            <pc:sldMk cId="800387678" sldId="266"/>
            <ac:spMk id="9" creationId="{8E4CE4CF-0966-4A6F-F39C-E1DD6EBC5D1C}"/>
          </ac:spMkLst>
        </pc:spChg>
        <pc:spChg chg="add del mod">
          <ac:chgData name="Operational Excellence Academy6" userId="6e9043d510d79392" providerId="LiveId" clId="{7B99C48E-A537-4570-BA13-58FE3DB33F33}" dt="2026-01-27T04:02:53.384" v="6898" actId="478"/>
          <ac:spMkLst>
            <pc:docMk/>
            <pc:sldMk cId="800387678" sldId="266"/>
            <ac:spMk id="10" creationId="{7F424B43-920F-BAC8-95DE-A49D2C126D39}"/>
          </ac:spMkLst>
        </pc:spChg>
        <pc:spChg chg="del">
          <ac:chgData name="Operational Excellence Academy6" userId="6e9043d510d79392" providerId="LiveId" clId="{7B99C48E-A537-4570-BA13-58FE3DB33F33}" dt="2026-01-26T11:41:43.021" v="6117" actId="478"/>
          <ac:spMkLst>
            <pc:docMk/>
            <pc:sldMk cId="800387678" sldId="266"/>
            <ac:spMk id="18" creationId="{D962F23C-F18C-6C74-E73F-24D3397FCFE2}"/>
          </ac:spMkLst>
        </pc:spChg>
        <pc:spChg chg="add mod">
          <ac:chgData name="Operational Excellence Academy6" userId="6e9043d510d79392" providerId="LiveId" clId="{7B99C48E-A537-4570-BA13-58FE3DB33F33}" dt="2026-01-27T03:37:23.623" v="6461" actId="208"/>
          <ac:spMkLst>
            <pc:docMk/>
            <pc:sldMk cId="800387678" sldId="266"/>
            <ac:spMk id="19" creationId="{7C0E8CEA-81A0-F74B-DD25-8B906588C452}"/>
          </ac:spMkLst>
        </pc:spChg>
        <pc:spChg chg="add del mod">
          <ac:chgData name="Operational Excellence Academy6" userId="6e9043d510d79392" providerId="LiveId" clId="{7B99C48E-A537-4570-BA13-58FE3DB33F33}" dt="2026-01-27T04:36:10.881" v="7551" actId="1038"/>
          <ac:spMkLst>
            <pc:docMk/>
            <pc:sldMk cId="800387678" sldId="266"/>
            <ac:spMk id="21" creationId="{1F6CB6B8-79E2-07B4-8D1D-B646DB8E1B28}"/>
          </ac:spMkLst>
        </pc:spChg>
        <pc:spChg chg="add mod">
          <ac:chgData name="Operational Excellence Academy6" userId="6e9043d510d79392" providerId="LiveId" clId="{7B99C48E-A537-4570-BA13-58FE3DB33F33}" dt="2026-01-27T03:46:36.476" v="6667" actId="207"/>
          <ac:spMkLst>
            <pc:docMk/>
            <pc:sldMk cId="800387678" sldId="266"/>
            <ac:spMk id="22" creationId="{E48C931A-7F4C-8B7D-F388-FD7BE2193ABC}"/>
          </ac:spMkLst>
        </pc:spChg>
        <pc:spChg chg="add mod">
          <ac:chgData name="Operational Excellence Academy6" userId="6e9043d510d79392" providerId="LiveId" clId="{7B99C48E-A537-4570-BA13-58FE3DB33F33}" dt="2026-01-27T03:46:36.476" v="6667" actId="207"/>
          <ac:spMkLst>
            <pc:docMk/>
            <pc:sldMk cId="800387678" sldId="266"/>
            <ac:spMk id="23" creationId="{A111C3C8-4FAF-B77D-6836-C065B39ACA76}"/>
          </ac:spMkLst>
        </pc:spChg>
        <pc:spChg chg="add mod ord">
          <ac:chgData name="Operational Excellence Academy6" userId="6e9043d510d79392" providerId="LiveId" clId="{7B99C48E-A537-4570-BA13-58FE3DB33F33}" dt="2026-01-27T04:36:10.881" v="7551" actId="1038"/>
          <ac:spMkLst>
            <pc:docMk/>
            <pc:sldMk cId="800387678" sldId="266"/>
            <ac:spMk id="24" creationId="{F9F907FA-CEE5-E387-64FE-3E314BFF8D2D}"/>
          </ac:spMkLst>
        </pc:spChg>
        <pc:spChg chg="add mod">
          <ac:chgData name="Operational Excellence Academy6" userId="6e9043d510d79392" providerId="LiveId" clId="{7B99C48E-A537-4570-BA13-58FE3DB33F33}" dt="2026-01-26T12:48:17.512" v="6325" actId="1076"/>
          <ac:spMkLst>
            <pc:docMk/>
            <pc:sldMk cId="800387678" sldId="266"/>
            <ac:spMk id="25" creationId="{327BF566-30BC-0396-4B94-C1D5F725E897}"/>
          </ac:spMkLst>
        </pc:spChg>
        <pc:spChg chg="add mod ord">
          <ac:chgData name="Operational Excellence Academy6" userId="6e9043d510d79392" providerId="LiveId" clId="{7B99C48E-A537-4570-BA13-58FE3DB33F33}" dt="2026-01-27T04:36:10.881" v="7551" actId="1038"/>
          <ac:spMkLst>
            <pc:docMk/>
            <pc:sldMk cId="800387678" sldId="266"/>
            <ac:spMk id="26" creationId="{4209FCE4-5FB0-859D-0A18-E5E4900A51F1}"/>
          </ac:spMkLst>
        </pc:spChg>
        <pc:spChg chg="add mod">
          <ac:chgData name="Operational Excellence Academy6" userId="6e9043d510d79392" providerId="LiveId" clId="{7B99C48E-A537-4570-BA13-58FE3DB33F33}" dt="2026-01-27T04:36:10.881" v="7551" actId="1038"/>
          <ac:spMkLst>
            <pc:docMk/>
            <pc:sldMk cId="800387678" sldId="266"/>
            <ac:spMk id="27" creationId="{B697F059-392D-DDC7-ACC9-8AE6F06128BA}"/>
          </ac:spMkLst>
        </pc:spChg>
        <pc:spChg chg="add mod ord">
          <ac:chgData name="Operational Excellence Academy6" userId="6e9043d510d79392" providerId="LiveId" clId="{7B99C48E-A537-4570-BA13-58FE3DB33F33}" dt="2026-01-27T04:36:10.881" v="7551" actId="1038"/>
          <ac:spMkLst>
            <pc:docMk/>
            <pc:sldMk cId="800387678" sldId="266"/>
            <ac:spMk id="28" creationId="{1BD5E872-8A5E-4646-1677-CCA2E712B705}"/>
          </ac:spMkLst>
        </pc:spChg>
        <pc:spChg chg="add mod">
          <ac:chgData name="Operational Excellence Academy6" userId="6e9043d510d79392" providerId="LiveId" clId="{7B99C48E-A537-4570-BA13-58FE3DB33F33}" dt="2026-01-27T04:36:10.881" v="7551" actId="1038"/>
          <ac:spMkLst>
            <pc:docMk/>
            <pc:sldMk cId="800387678" sldId="266"/>
            <ac:spMk id="29" creationId="{B5B157CE-CA72-DD3A-1D6D-A56F846698AB}"/>
          </ac:spMkLst>
        </pc:spChg>
        <pc:spChg chg="add mod ord">
          <ac:chgData name="Operational Excellence Academy6" userId="6e9043d510d79392" providerId="LiveId" clId="{7B99C48E-A537-4570-BA13-58FE3DB33F33}" dt="2026-01-27T03:37:07.306" v="6459" actId="207"/>
          <ac:spMkLst>
            <pc:docMk/>
            <pc:sldMk cId="800387678" sldId="266"/>
            <ac:spMk id="30" creationId="{9C10313F-821C-6F69-8876-A80BF8626224}"/>
          </ac:spMkLst>
        </pc:spChg>
        <pc:spChg chg="add mod">
          <ac:chgData name="Operational Excellence Academy6" userId="6e9043d510d79392" providerId="LiveId" clId="{7B99C48E-A537-4570-BA13-58FE3DB33F33}" dt="2026-01-27T04:36:10.881" v="7551" actId="1038"/>
          <ac:spMkLst>
            <pc:docMk/>
            <pc:sldMk cId="800387678" sldId="266"/>
            <ac:spMk id="31" creationId="{E131B515-4575-21BE-1F70-920557B86698}"/>
          </ac:spMkLst>
        </pc:spChg>
        <pc:spChg chg="add mod ord">
          <ac:chgData name="Operational Excellence Academy6" userId="6e9043d510d79392" providerId="LiveId" clId="{7B99C48E-A537-4570-BA13-58FE3DB33F33}" dt="2026-01-27T03:37:07.306" v="6459" actId="207"/>
          <ac:spMkLst>
            <pc:docMk/>
            <pc:sldMk cId="800387678" sldId="266"/>
            <ac:spMk id="32" creationId="{6C1FCAFF-E33D-F4D1-EB76-A39406DF43B5}"/>
          </ac:spMkLst>
        </pc:spChg>
        <pc:spChg chg="add mod">
          <ac:chgData name="Operational Excellence Academy6" userId="6e9043d510d79392" providerId="LiveId" clId="{7B99C48E-A537-4570-BA13-58FE3DB33F33}" dt="2026-01-27T03:46:24.966" v="6666" actId="207"/>
          <ac:spMkLst>
            <pc:docMk/>
            <pc:sldMk cId="800387678" sldId="266"/>
            <ac:spMk id="33" creationId="{2D769183-076C-5EFC-D4BE-494549730D4C}"/>
          </ac:spMkLst>
        </pc:spChg>
        <pc:grpChg chg="del">
          <ac:chgData name="Operational Excellence Academy6" userId="6e9043d510d79392" providerId="LiveId" clId="{7B99C48E-A537-4570-BA13-58FE3DB33F33}" dt="2026-01-26T11:41:43.021" v="6117" actId="478"/>
          <ac:grpSpMkLst>
            <pc:docMk/>
            <pc:sldMk cId="800387678" sldId="266"/>
            <ac:grpSpMk id="11" creationId="{C7CF3885-ADF8-6116-7455-81D4658139DB}"/>
          </ac:grpSpMkLst>
        </pc:grpChg>
        <pc:grpChg chg="del">
          <ac:chgData name="Operational Excellence Academy6" userId="6e9043d510d79392" providerId="LiveId" clId="{7B99C48E-A537-4570-BA13-58FE3DB33F33}" dt="2026-01-26T11:41:43.021" v="6117" actId="478"/>
          <ac:grpSpMkLst>
            <pc:docMk/>
            <pc:sldMk cId="800387678" sldId="266"/>
            <ac:grpSpMk id="12" creationId="{417070F9-AD4C-586F-5DE7-8CC52FB1BC76}"/>
          </ac:grpSpMkLst>
        </pc:grpChg>
        <pc:grpChg chg="del">
          <ac:chgData name="Operational Excellence Academy6" userId="6e9043d510d79392" providerId="LiveId" clId="{7B99C48E-A537-4570-BA13-58FE3DB33F33}" dt="2026-01-26T11:41:43.021" v="6117" actId="478"/>
          <ac:grpSpMkLst>
            <pc:docMk/>
            <pc:sldMk cId="800387678" sldId="266"/>
            <ac:grpSpMk id="15" creationId="{CCBFDA95-CEDD-A6C0-F382-88DDAB35725A}"/>
          </ac:grpSpMkLst>
        </pc:grpChg>
        <pc:picChg chg="add mod">
          <ac:chgData name="Operational Excellence Academy6" userId="6e9043d510d79392" providerId="LiveId" clId="{7B99C48E-A537-4570-BA13-58FE3DB33F33}" dt="2026-01-27T03:38:34.104" v="6470" actId="1076"/>
          <ac:picMkLst>
            <pc:docMk/>
            <pc:sldMk cId="800387678" sldId="266"/>
            <ac:picMk id="3" creationId="{D4FE5DD4-843C-24B5-7CD5-DE77FD0D8D16}"/>
          </ac:picMkLst>
        </pc:picChg>
        <pc:picChg chg="add mod">
          <ac:chgData name="Operational Excellence Academy6" userId="6e9043d510d79392" providerId="LiveId" clId="{7B99C48E-A537-4570-BA13-58FE3DB33F33}" dt="2026-01-27T03:38:41.648" v="6472" actId="1076"/>
          <ac:picMkLst>
            <pc:docMk/>
            <pc:sldMk cId="800387678" sldId="266"/>
            <ac:picMk id="5" creationId="{C389FAEC-E4A2-96F6-FC51-C9EE340986A9}"/>
          </ac:picMkLst>
        </pc:picChg>
        <pc:picChg chg="del">
          <ac:chgData name="Operational Excellence Academy6" userId="6e9043d510d79392" providerId="LiveId" clId="{7B99C48E-A537-4570-BA13-58FE3DB33F33}" dt="2026-01-26T11:41:53.160" v="6118" actId="478"/>
          <ac:picMkLst>
            <pc:docMk/>
            <pc:sldMk cId="800387678" sldId="266"/>
            <ac:picMk id="20" creationId="{87BDC84D-0B7C-690F-62BA-66BF1DE03835}"/>
          </ac:picMkLst>
        </pc:picChg>
        <pc:picChg chg="del">
          <ac:chgData name="Operational Excellence Academy6" userId="6e9043d510d79392" providerId="LiveId" clId="{7B99C48E-A537-4570-BA13-58FE3DB33F33}" dt="2026-01-26T11:41:53.160" v="6118" actId="478"/>
          <ac:picMkLst>
            <pc:docMk/>
            <pc:sldMk cId="800387678" sldId="266"/>
            <ac:picMk id="1026" creationId="{0A4A933F-068C-FDB8-2A98-A56C8839303A}"/>
          </ac:picMkLst>
        </pc:picChg>
        <pc:picChg chg="add mod">
          <ac:chgData name="Operational Excellence Academy6" userId="6e9043d510d79392" providerId="LiveId" clId="{7B99C48E-A537-4570-BA13-58FE3DB33F33}" dt="2026-01-27T03:36:17.076" v="6454" actId="1035"/>
          <ac:picMkLst>
            <pc:docMk/>
            <pc:sldMk cId="800387678" sldId="266"/>
            <ac:picMk id="1026" creationId="{28AB4057-E5BD-C8B7-AEA7-05E1940EB724}"/>
          </ac:picMkLst>
        </pc:picChg>
        <pc:picChg chg="add mod">
          <ac:chgData name="Operational Excellence Academy6" userId="6e9043d510d79392" providerId="LiveId" clId="{7B99C48E-A537-4570-BA13-58FE3DB33F33}" dt="2026-01-27T03:38:26.553" v="6468" actId="1037"/>
          <ac:picMkLst>
            <pc:docMk/>
            <pc:sldMk cId="800387678" sldId="266"/>
            <ac:picMk id="1028" creationId="{4511859D-7A55-EC41-1391-82986C8A3C36}"/>
          </ac:picMkLst>
        </pc:picChg>
      </pc:sldChg>
      <pc:sldMasterChg chg="modSldLayout">
        <pc:chgData name="Operational Excellence Academy6" userId="6e9043d510d79392" providerId="LiveId" clId="{7B99C48E-A537-4570-BA13-58FE3DB33F33}" dt="2026-01-25T10:27:12.149" v="215" actId="1076"/>
        <pc:sldMasterMkLst>
          <pc:docMk/>
          <pc:sldMasterMk cId="1189743921" sldId="2147483648"/>
        </pc:sldMasterMkLst>
        <pc:sldLayoutChg chg="addSp modSp mod">
          <pc:chgData name="Operational Excellence Academy6" userId="6e9043d510d79392" providerId="LiveId" clId="{7B99C48E-A537-4570-BA13-58FE3DB33F33}" dt="2026-01-25T10:27:12.149" v="215" actId="1076"/>
          <pc:sldLayoutMkLst>
            <pc:docMk/>
            <pc:sldMasterMk cId="1189743921" sldId="2147483648"/>
            <pc:sldLayoutMk cId="3718638647" sldId="2147483650"/>
          </pc:sldLayoutMkLst>
          <pc:picChg chg="add mod">
            <ac:chgData name="Operational Excellence Academy6" userId="6e9043d510d79392" providerId="LiveId" clId="{7B99C48E-A537-4570-BA13-58FE3DB33F33}" dt="2026-01-25T10:27:12.149" v="215" actId="1076"/>
            <ac:picMkLst>
              <pc:docMk/>
              <pc:sldMasterMk cId="1189743921" sldId="2147483648"/>
              <pc:sldLayoutMk cId="3718638647" sldId="2147483650"/>
              <ac:picMk id="7" creationId="{3B6162D6-8418-E8FE-F74F-0D5B399A052C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1D4710-DA1E-4DA2-8D71-1751B9A0C16E}" type="doc">
      <dgm:prSet loTypeId="urn:microsoft.com/office/officeart/2005/8/layout/pyramid1" loCatId="pyramid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n-MY"/>
        </a:p>
      </dgm:t>
    </dgm:pt>
    <dgm:pt modelId="{71617563-8D24-4498-9E4E-4A1EA61FDEA6}">
      <dgm:prSet phldrT="[Text]" phldr="0" custT="1"/>
      <dgm:spPr/>
      <dgm:t>
        <a:bodyPr/>
        <a:lstStyle/>
        <a:p>
          <a:r>
            <a:rPr lang="en-MY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L1</a:t>
          </a:r>
        </a:p>
      </dgm:t>
    </dgm:pt>
    <dgm:pt modelId="{3A8A870F-8EAB-4712-A182-D0496E967F4D}" type="parTrans" cxnId="{A937DE35-FEB7-47AB-A711-49755135ACED}">
      <dgm:prSet/>
      <dgm:spPr/>
      <dgm:t>
        <a:bodyPr/>
        <a:lstStyle/>
        <a:p>
          <a:endParaRPr lang="en-MY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DC9A9E-DCB5-4071-B513-2E08F0F34F14}" type="sibTrans" cxnId="{A937DE35-FEB7-47AB-A711-49755135ACED}">
      <dgm:prSet/>
      <dgm:spPr/>
      <dgm:t>
        <a:bodyPr/>
        <a:lstStyle/>
        <a:p>
          <a:endParaRPr lang="en-MY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88D19D3-1E86-449D-AEC5-6910C17904D8}">
      <dgm:prSet phldrT="[Text]" phldr="0" custT="1"/>
      <dgm:spPr/>
      <dgm:t>
        <a:bodyPr/>
        <a:lstStyle/>
        <a:p>
          <a:r>
            <a:rPr lang="en-MY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L2</a:t>
          </a:r>
        </a:p>
      </dgm:t>
    </dgm:pt>
    <dgm:pt modelId="{96FB5775-1EAA-46AE-8BA8-BC764F0275B0}" type="parTrans" cxnId="{D12D9034-4C4D-4AB6-89BA-5D8DDF159A3A}">
      <dgm:prSet/>
      <dgm:spPr/>
      <dgm:t>
        <a:bodyPr/>
        <a:lstStyle/>
        <a:p>
          <a:endParaRPr lang="en-MY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5EE6D0-EA72-4557-8AE8-5EE60FA99C30}" type="sibTrans" cxnId="{D12D9034-4C4D-4AB6-89BA-5D8DDF159A3A}">
      <dgm:prSet/>
      <dgm:spPr/>
      <dgm:t>
        <a:bodyPr/>
        <a:lstStyle/>
        <a:p>
          <a:endParaRPr lang="en-MY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1FA106-EEAA-4A68-B717-2C4AD0B5ECA8}">
      <dgm:prSet phldrT="[Text]" phldr="0" custT="1"/>
      <dgm:spPr/>
      <dgm:t>
        <a:bodyPr/>
        <a:lstStyle/>
        <a:p>
          <a:r>
            <a:rPr lang="en-MY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L3</a:t>
          </a:r>
        </a:p>
      </dgm:t>
    </dgm:pt>
    <dgm:pt modelId="{0AAE004D-5EA1-4CF5-962A-772EA233F6C3}" type="parTrans" cxnId="{AEDE146A-B4A3-48B3-B98E-76134EC93586}">
      <dgm:prSet/>
      <dgm:spPr/>
      <dgm:t>
        <a:bodyPr/>
        <a:lstStyle/>
        <a:p>
          <a:endParaRPr lang="en-MY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5083C6-FF74-4823-A000-4F1DC0038D26}" type="sibTrans" cxnId="{AEDE146A-B4A3-48B3-B98E-76134EC93586}">
      <dgm:prSet/>
      <dgm:spPr/>
      <dgm:t>
        <a:bodyPr/>
        <a:lstStyle/>
        <a:p>
          <a:endParaRPr lang="en-MY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31E28C-4D21-4118-8147-55740A306F22}">
      <dgm:prSet phldrT="[Text]" phldr="0" custT="1"/>
      <dgm:spPr/>
      <dgm:t>
        <a:bodyPr/>
        <a:lstStyle/>
        <a:p>
          <a:r>
            <a:rPr lang="en-MY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L4</a:t>
          </a:r>
        </a:p>
      </dgm:t>
    </dgm:pt>
    <dgm:pt modelId="{579273B5-3002-4DB2-A1BA-C974C01E3A59}" type="parTrans" cxnId="{65762B0D-703F-4B8B-8258-12AD9C20CE46}">
      <dgm:prSet/>
      <dgm:spPr/>
      <dgm:t>
        <a:bodyPr/>
        <a:lstStyle/>
        <a:p>
          <a:endParaRPr lang="en-MY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F2EFC8-1AC8-46E4-AE85-D73732948102}" type="sibTrans" cxnId="{65762B0D-703F-4B8B-8258-12AD9C20CE46}">
      <dgm:prSet/>
      <dgm:spPr/>
      <dgm:t>
        <a:bodyPr/>
        <a:lstStyle/>
        <a:p>
          <a:endParaRPr lang="en-MY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E44A406-533F-4E6F-A886-2AE2788E2AF1}">
      <dgm:prSet phldrT="[Text]" phldr="0" custT="1"/>
      <dgm:spPr/>
      <dgm:t>
        <a:bodyPr/>
        <a:lstStyle/>
        <a:p>
          <a:r>
            <a:rPr lang="en-MY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L5</a:t>
          </a:r>
        </a:p>
      </dgm:t>
    </dgm:pt>
    <dgm:pt modelId="{A6B1DCC2-E117-41C1-997F-867A95C8FF03}" type="parTrans" cxnId="{6336132A-52FB-4555-AF67-3F9F19B6EB57}">
      <dgm:prSet/>
      <dgm:spPr/>
      <dgm:t>
        <a:bodyPr/>
        <a:lstStyle/>
        <a:p>
          <a:endParaRPr lang="en-MY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7462931-8AE3-46D8-9B4C-3DBCF42E65A0}" type="sibTrans" cxnId="{6336132A-52FB-4555-AF67-3F9F19B6EB57}">
      <dgm:prSet/>
      <dgm:spPr/>
      <dgm:t>
        <a:bodyPr/>
        <a:lstStyle/>
        <a:p>
          <a:endParaRPr lang="en-MY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C15AD0-0748-48FE-8B9E-2D456E676302}" type="pres">
      <dgm:prSet presAssocID="{2F1D4710-DA1E-4DA2-8D71-1751B9A0C16E}" presName="Name0" presStyleCnt="0">
        <dgm:presLayoutVars>
          <dgm:dir/>
          <dgm:animLvl val="lvl"/>
          <dgm:resizeHandles val="exact"/>
        </dgm:presLayoutVars>
      </dgm:prSet>
      <dgm:spPr/>
    </dgm:pt>
    <dgm:pt modelId="{48381462-1E36-4D9B-8254-155888FC1243}" type="pres">
      <dgm:prSet presAssocID="{71617563-8D24-4498-9E4E-4A1EA61FDEA6}" presName="Name8" presStyleCnt="0"/>
      <dgm:spPr/>
    </dgm:pt>
    <dgm:pt modelId="{CBE93448-B85F-4908-B2F5-641B0E49A704}" type="pres">
      <dgm:prSet presAssocID="{71617563-8D24-4498-9E4E-4A1EA61FDEA6}" presName="level" presStyleLbl="node1" presStyleIdx="0" presStyleCnt="5">
        <dgm:presLayoutVars>
          <dgm:chMax val="1"/>
          <dgm:bulletEnabled val="1"/>
        </dgm:presLayoutVars>
      </dgm:prSet>
      <dgm:spPr/>
    </dgm:pt>
    <dgm:pt modelId="{8F6D42C5-D4CE-4078-9FD8-9CDE11AF09B6}" type="pres">
      <dgm:prSet presAssocID="{71617563-8D24-4498-9E4E-4A1EA61FDEA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FD4BBB1-D032-4817-8885-5E9AD3F612DE}" type="pres">
      <dgm:prSet presAssocID="{488D19D3-1E86-449D-AEC5-6910C17904D8}" presName="Name8" presStyleCnt="0"/>
      <dgm:spPr/>
    </dgm:pt>
    <dgm:pt modelId="{2D0F9396-8633-4DE3-B366-68F26FA7600D}" type="pres">
      <dgm:prSet presAssocID="{488D19D3-1E86-449D-AEC5-6910C17904D8}" presName="level" presStyleLbl="node1" presStyleIdx="1" presStyleCnt="5">
        <dgm:presLayoutVars>
          <dgm:chMax val="1"/>
          <dgm:bulletEnabled val="1"/>
        </dgm:presLayoutVars>
      </dgm:prSet>
      <dgm:spPr/>
    </dgm:pt>
    <dgm:pt modelId="{44917E25-A5B5-476F-AC0C-9491C82E0681}" type="pres">
      <dgm:prSet presAssocID="{488D19D3-1E86-449D-AEC5-6910C17904D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D1E0895-3D86-457C-BC44-E850369EDD54}" type="pres">
      <dgm:prSet presAssocID="{8B1FA106-EEAA-4A68-B717-2C4AD0B5ECA8}" presName="Name8" presStyleCnt="0"/>
      <dgm:spPr/>
    </dgm:pt>
    <dgm:pt modelId="{348777BF-59CA-4062-B0AF-7330D7095E2A}" type="pres">
      <dgm:prSet presAssocID="{8B1FA106-EEAA-4A68-B717-2C4AD0B5ECA8}" presName="level" presStyleLbl="node1" presStyleIdx="2" presStyleCnt="5">
        <dgm:presLayoutVars>
          <dgm:chMax val="1"/>
          <dgm:bulletEnabled val="1"/>
        </dgm:presLayoutVars>
      </dgm:prSet>
      <dgm:spPr/>
    </dgm:pt>
    <dgm:pt modelId="{6A0AEB07-20EF-4D93-9FF4-3FEE3A3AA589}" type="pres">
      <dgm:prSet presAssocID="{8B1FA106-EEAA-4A68-B717-2C4AD0B5ECA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EBE8A9E-5081-4FB7-A9B4-E59A5133AB0A}" type="pres">
      <dgm:prSet presAssocID="{6631E28C-4D21-4118-8147-55740A306F22}" presName="Name8" presStyleCnt="0"/>
      <dgm:spPr/>
    </dgm:pt>
    <dgm:pt modelId="{76119021-8215-4469-851C-7FDF8DD13715}" type="pres">
      <dgm:prSet presAssocID="{6631E28C-4D21-4118-8147-55740A306F22}" presName="level" presStyleLbl="node1" presStyleIdx="3" presStyleCnt="5">
        <dgm:presLayoutVars>
          <dgm:chMax val="1"/>
          <dgm:bulletEnabled val="1"/>
        </dgm:presLayoutVars>
      </dgm:prSet>
      <dgm:spPr/>
    </dgm:pt>
    <dgm:pt modelId="{FE89486C-D1DE-4299-883D-5A5D90137630}" type="pres">
      <dgm:prSet presAssocID="{6631E28C-4D21-4118-8147-55740A306F2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6E489F7-8028-40A0-BFE7-33DC21C6D50E}" type="pres">
      <dgm:prSet presAssocID="{8E44A406-533F-4E6F-A886-2AE2788E2AF1}" presName="Name8" presStyleCnt="0"/>
      <dgm:spPr/>
    </dgm:pt>
    <dgm:pt modelId="{8781A0D2-F28E-435E-BA80-6C83D449F890}" type="pres">
      <dgm:prSet presAssocID="{8E44A406-533F-4E6F-A886-2AE2788E2AF1}" presName="level" presStyleLbl="node1" presStyleIdx="4" presStyleCnt="5">
        <dgm:presLayoutVars>
          <dgm:chMax val="1"/>
          <dgm:bulletEnabled val="1"/>
        </dgm:presLayoutVars>
      </dgm:prSet>
      <dgm:spPr/>
    </dgm:pt>
    <dgm:pt modelId="{D322B6A8-AC7C-4AE5-9405-7678BA7FE788}" type="pres">
      <dgm:prSet presAssocID="{8E44A406-533F-4E6F-A886-2AE2788E2AF1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5587FF05-FEF6-4419-82D4-5D815B6A3F09}" type="presOf" srcId="{71617563-8D24-4498-9E4E-4A1EA61FDEA6}" destId="{8F6D42C5-D4CE-4078-9FD8-9CDE11AF09B6}" srcOrd="1" destOrd="0" presId="urn:microsoft.com/office/officeart/2005/8/layout/pyramid1"/>
    <dgm:cxn modelId="{87E73906-B93B-42EA-842D-1525418395B8}" type="presOf" srcId="{71617563-8D24-4498-9E4E-4A1EA61FDEA6}" destId="{CBE93448-B85F-4908-B2F5-641B0E49A704}" srcOrd="0" destOrd="0" presId="urn:microsoft.com/office/officeart/2005/8/layout/pyramid1"/>
    <dgm:cxn modelId="{65762B0D-703F-4B8B-8258-12AD9C20CE46}" srcId="{2F1D4710-DA1E-4DA2-8D71-1751B9A0C16E}" destId="{6631E28C-4D21-4118-8147-55740A306F22}" srcOrd="3" destOrd="0" parTransId="{579273B5-3002-4DB2-A1BA-C974C01E3A59}" sibTransId="{2EF2EFC8-1AC8-46E4-AE85-D73732948102}"/>
    <dgm:cxn modelId="{1E351A18-4F2F-418A-A11A-572ED9EF3F5E}" type="presOf" srcId="{488D19D3-1E86-449D-AEC5-6910C17904D8}" destId="{44917E25-A5B5-476F-AC0C-9491C82E0681}" srcOrd="1" destOrd="0" presId="urn:microsoft.com/office/officeart/2005/8/layout/pyramid1"/>
    <dgm:cxn modelId="{6336132A-52FB-4555-AF67-3F9F19B6EB57}" srcId="{2F1D4710-DA1E-4DA2-8D71-1751B9A0C16E}" destId="{8E44A406-533F-4E6F-A886-2AE2788E2AF1}" srcOrd="4" destOrd="0" parTransId="{A6B1DCC2-E117-41C1-997F-867A95C8FF03}" sibTransId="{97462931-8AE3-46D8-9B4C-3DBCF42E65A0}"/>
    <dgm:cxn modelId="{D12D9034-4C4D-4AB6-89BA-5D8DDF159A3A}" srcId="{2F1D4710-DA1E-4DA2-8D71-1751B9A0C16E}" destId="{488D19D3-1E86-449D-AEC5-6910C17904D8}" srcOrd="1" destOrd="0" parTransId="{96FB5775-1EAA-46AE-8BA8-BC764F0275B0}" sibTransId="{F05EE6D0-EA72-4557-8AE8-5EE60FA99C30}"/>
    <dgm:cxn modelId="{A937DE35-FEB7-47AB-A711-49755135ACED}" srcId="{2F1D4710-DA1E-4DA2-8D71-1751B9A0C16E}" destId="{71617563-8D24-4498-9E4E-4A1EA61FDEA6}" srcOrd="0" destOrd="0" parTransId="{3A8A870F-8EAB-4712-A182-D0496E967F4D}" sibTransId="{E7DC9A9E-DCB5-4071-B513-2E08F0F34F14}"/>
    <dgm:cxn modelId="{5F796D46-CE10-4E5D-9613-73171DCA642B}" type="presOf" srcId="{6631E28C-4D21-4118-8147-55740A306F22}" destId="{FE89486C-D1DE-4299-883D-5A5D90137630}" srcOrd="1" destOrd="0" presId="urn:microsoft.com/office/officeart/2005/8/layout/pyramid1"/>
    <dgm:cxn modelId="{2E257946-478C-4748-8FC6-3A762830B28E}" type="presOf" srcId="{6631E28C-4D21-4118-8147-55740A306F22}" destId="{76119021-8215-4469-851C-7FDF8DD13715}" srcOrd="0" destOrd="0" presId="urn:microsoft.com/office/officeart/2005/8/layout/pyramid1"/>
    <dgm:cxn modelId="{4F1FD946-1327-4377-AAE2-B4394E6F415D}" type="presOf" srcId="{8E44A406-533F-4E6F-A886-2AE2788E2AF1}" destId="{D322B6A8-AC7C-4AE5-9405-7678BA7FE788}" srcOrd="1" destOrd="0" presId="urn:microsoft.com/office/officeart/2005/8/layout/pyramid1"/>
    <dgm:cxn modelId="{AEDE146A-B4A3-48B3-B98E-76134EC93586}" srcId="{2F1D4710-DA1E-4DA2-8D71-1751B9A0C16E}" destId="{8B1FA106-EEAA-4A68-B717-2C4AD0B5ECA8}" srcOrd="2" destOrd="0" parTransId="{0AAE004D-5EA1-4CF5-962A-772EA233F6C3}" sibTransId="{D55083C6-FF74-4823-A000-4F1DC0038D26}"/>
    <dgm:cxn modelId="{CE05FC58-539F-4CD7-AD21-2DC4AC126FD8}" type="presOf" srcId="{488D19D3-1E86-449D-AEC5-6910C17904D8}" destId="{2D0F9396-8633-4DE3-B366-68F26FA7600D}" srcOrd="0" destOrd="0" presId="urn:microsoft.com/office/officeart/2005/8/layout/pyramid1"/>
    <dgm:cxn modelId="{27F2F87B-7D32-4B79-8DD3-BD4CFFEFB48F}" type="presOf" srcId="{8B1FA106-EEAA-4A68-B717-2C4AD0B5ECA8}" destId="{6A0AEB07-20EF-4D93-9FF4-3FEE3A3AA589}" srcOrd="1" destOrd="0" presId="urn:microsoft.com/office/officeart/2005/8/layout/pyramid1"/>
    <dgm:cxn modelId="{93F34F91-6C86-422F-8D8C-0A19E1E0689C}" type="presOf" srcId="{2F1D4710-DA1E-4DA2-8D71-1751B9A0C16E}" destId="{DFC15AD0-0748-48FE-8B9E-2D456E676302}" srcOrd="0" destOrd="0" presId="urn:microsoft.com/office/officeart/2005/8/layout/pyramid1"/>
    <dgm:cxn modelId="{A599B29A-6DC8-4403-9A20-131E7E9992D3}" type="presOf" srcId="{8B1FA106-EEAA-4A68-B717-2C4AD0B5ECA8}" destId="{348777BF-59CA-4062-B0AF-7330D7095E2A}" srcOrd="0" destOrd="0" presId="urn:microsoft.com/office/officeart/2005/8/layout/pyramid1"/>
    <dgm:cxn modelId="{596875D9-BF9D-40F1-A221-9B8B0DD12CF5}" type="presOf" srcId="{8E44A406-533F-4E6F-A886-2AE2788E2AF1}" destId="{8781A0D2-F28E-435E-BA80-6C83D449F890}" srcOrd="0" destOrd="0" presId="urn:microsoft.com/office/officeart/2005/8/layout/pyramid1"/>
    <dgm:cxn modelId="{1D40F04D-AA0D-400B-A896-CC30A2FC415B}" type="presParOf" srcId="{DFC15AD0-0748-48FE-8B9E-2D456E676302}" destId="{48381462-1E36-4D9B-8254-155888FC1243}" srcOrd="0" destOrd="0" presId="urn:microsoft.com/office/officeart/2005/8/layout/pyramid1"/>
    <dgm:cxn modelId="{EDA3A2E9-8037-48E9-901D-AAE55FCACDBE}" type="presParOf" srcId="{48381462-1E36-4D9B-8254-155888FC1243}" destId="{CBE93448-B85F-4908-B2F5-641B0E49A704}" srcOrd="0" destOrd="0" presId="urn:microsoft.com/office/officeart/2005/8/layout/pyramid1"/>
    <dgm:cxn modelId="{FAA34142-FEA1-4B7E-B0BA-26563CC3153F}" type="presParOf" srcId="{48381462-1E36-4D9B-8254-155888FC1243}" destId="{8F6D42C5-D4CE-4078-9FD8-9CDE11AF09B6}" srcOrd="1" destOrd="0" presId="urn:microsoft.com/office/officeart/2005/8/layout/pyramid1"/>
    <dgm:cxn modelId="{A1FDCAA5-B307-434A-944E-0DE9C3A305AB}" type="presParOf" srcId="{DFC15AD0-0748-48FE-8B9E-2D456E676302}" destId="{6FD4BBB1-D032-4817-8885-5E9AD3F612DE}" srcOrd="1" destOrd="0" presId="urn:microsoft.com/office/officeart/2005/8/layout/pyramid1"/>
    <dgm:cxn modelId="{B0B64AD6-137B-4E6C-A67F-949CB774CDD9}" type="presParOf" srcId="{6FD4BBB1-D032-4817-8885-5E9AD3F612DE}" destId="{2D0F9396-8633-4DE3-B366-68F26FA7600D}" srcOrd="0" destOrd="0" presId="urn:microsoft.com/office/officeart/2005/8/layout/pyramid1"/>
    <dgm:cxn modelId="{9E7A5A43-177F-4668-A43B-E0E1D85B9AAF}" type="presParOf" srcId="{6FD4BBB1-D032-4817-8885-5E9AD3F612DE}" destId="{44917E25-A5B5-476F-AC0C-9491C82E0681}" srcOrd="1" destOrd="0" presId="urn:microsoft.com/office/officeart/2005/8/layout/pyramid1"/>
    <dgm:cxn modelId="{D9E61667-BB79-47B7-ACC7-09C078EC4950}" type="presParOf" srcId="{DFC15AD0-0748-48FE-8B9E-2D456E676302}" destId="{8D1E0895-3D86-457C-BC44-E850369EDD54}" srcOrd="2" destOrd="0" presId="urn:microsoft.com/office/officeart/2005/8/layout/pyramid1"/>
    <dgm:cxn modelId="{A3B60AA1-F2D2-4BE6-8D86-7A97BE848EEF}" type="presParOf" srcId="{8D1E0895-3D86-457C-BC44-E850369EDD54}" destId="{348777BF-59CA-4062-B0AF-7330D7095E2A}" srcOrd="0" destOrd="0" presId="urn:microsoft.com/office/officeart/2005/8/layout/pyramid1"/>
    <dgm:cxn modelId="{8A1965EB-FA72-4107-AD61-A294260CF6C2}" type="presParOf" srcId="{8D1E0895-3D86-457C-BC44-E850369EDD54}" destId="{6A0AEB07-20EF-4D93-9FF4-3FEE3A3AA589}" srcOrd="1" destOrd="0" presId="urn:microsoft.com/office/officeart/2005/8/layout/pyramid1"/>
    <dgm:cxn modelId="{FBE79569-AFF9-4368-975F-FBC9FDFA1FC5}" type="presParOf" srcId="{DFC15AD0-0748-48FE-8B9E-2D456E676302}" destId="{CEBE8A9E-5081-4FB7-A9B4-E59A5133AB0A}" srcOrd="3" destOrd="0" presId="urn:microsoft.com/office/officeart/2005/8/layout/pyramid1"/>
    <dgm:cxn modelId="{3F5AEEF2-49AA-421C-A8B1-EC68FE6B973A}" type="presParOf" srcId="{CEBE8A9E-5081-4FB7-A9B4-E59A5133AB0A}" destId="{76119021-8215-4469-851C-7FDF8DD13715}" srcOrd="0" destOrd="0" presId="urn:microsoft.com/office/officeart/2005/8/layout/pyramid1"/>
    <dgm:cxn modelId="{59644134-2861-49FD-B7D1-4E1710F7DAC4}" type="presParOf" srcId="{CEBE8A9E-5081-4FB7-A9B4-E59A5133AB0A}" destId="{FE89486C-D1DE-4299-883D-5A5D90137630}" srcOrd="1" destOrd="0" presId="urn:microsoft.com/office/officeart/2005/8/layout/pyramid1"/>
    <dgm:cxn modelId="{E1BF240D-24CD-4DEB-9767-61A0AABBB8CC}" type="presParOf" srcId="{DFC15AD0-0748-48FE-8B9E-2D456E676302}" destId="{56E489F7-8028-40A0-BFE7-33DC21C6D50E}" srcOrd="4" destOrd="0" presId="urn:microsoft.com/office/officeart/2005/8/layout/pyramid1"/>
    <dgm:cxn modelId="{24331A6A-0D96-49BB-9237-6FFD6780BF5B}" type="presParOf" srcId="{56E489F7-8028-40A0-BFE7-33DC21C6D50E}" destId="{8781A0D2-F28E-435E-BA80-6C83D449F890}" srcOrd="0" destOrd="0" presId="urn:microsoft.com/office/officeart/2005/8/layout/pyramid1"/>
    <dgm:cxn modelId="{21EA7A4C-FC07-41BF-A627-C1D0B3BE36FE}" type="presParOf" srcId="{56E489F7-8028-40A0-BFE7-33DC21C6D50E}" destId="{D322B6A8-AC7C-4AE5-9405-7678BA7FE788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93448-B85F-4908-B2F5-641B0E49A704}">
      <dsp:nvSpPr>
        <dsp:cNvPr id="0" name=""/>
        <dsp:cNvSpPr/>
      </dsp:nvSpPr>
      <dsp:spPr>
        <a:xfrm>
          <a:off x="2049732" y="0"/>
          <a:ext cx="1024866" cy="871855"/>
        </a:xfrm>
        <a:prstGeom prst="trapezoid">
          <a:avLst>
            <a:gd name="adj" fmla="val 58775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L1</a:t>
          </a:r>
        </a:p>
      </dsp:txBody>
      <dsp:txXfrm>
        <a:off x="2049732" y="0"/>
        <a:ext cx="1024866" cy="871855"/>
      </dsp:txXfrm>
    </dsp:sp>
    <dsp:sp modelId="{2D0F9396-8633-4DE3-B366-68F26FA7600D}">
      <dsp:nvSpPr>
        <dsp:cNvPr id="0" name=""/>
        <dsp:cNvSpPr/>
      </dsp:nvSpPr>
      <dsp:spPr>
        <a:xfrm>
          <a:off x="1537298" y="871855"/>
          <a:ext cx="2049732" cy="871855"/>
        </a:xfrm>
        <a:prstGeom prst="trapezoid">
          <a:avLst>
            <a:gd name="adj" fmla="val 58775"/>
          </a:avLst>
        </a:prstGeom>
        <a:gradFill rotWithShape="0">
          <a:gsLst>
            <a:gs pos="0">
              <a:schemeClr val="accent3">
                <a:hueOff val="1029291"/>
                <a:satOff val="6178"/>
                <a:lumOff val="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29291"/>
                <a:satOff val="6178"/>
                <a:lumOff val="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29291"/>
                <a:satOff val="6178"/>
                <a:lumOff val="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L2</a:t>
          </a:r>
        </a:p>
      </dsp:txBody>
      <dsp:txXfrm>
        <a:off x="1896002" y="871855"/>
        <a:ext cx="1332325" cy="871855"/>
      </dsp:txXfrm>
    </dsp:sp>
    <dsp:sp modelId="{348777BF-59CA-4062-B0AF-7330D7095E2A}">
      <dsp:nvSpPr>
        <dsp:cNvPr id="0" name=""/>
        <dsp:cNvSpPr/>
      </dsp:nvSpPr>
      <dsp:spPr>
        <a:xfrm>
          <a:off x="1024865" y="1743710"/>
          <a:ext cx="3074598" cy="871855"/>
        </a:xfrm>
        <a:prstGeom prst="trapezoid">
          <a:avLst>
            <a:gd name="adj" fmla="val 58775"/>
          </a:avLst>
        </a:prstGeom>
        <a:gradFill rotWithShape="0">
          <a:gsLst>
            <a:gs pos="0">
              <a:schemeClr val="accent3">
                <a:hueOff val="2058582"/>
                <a:satOff val="12356"/>
                <a:lumOff val="941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058582"/>
                <a:satOff val="12356"/>
                <a:lumOff val="941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058582"/>
                <a:satOff val="12356"/>
                <a:lumOff val="941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L3</a:t>
          </a:r>
        </a:p>
      </dsp:txBody>
      <dsp:txXfrm>
        <a:off x="1562920" y="1743710"/>
        <a:ext cx="1998488" cy="871855"/>
      </dsp:txXfrm>
    </dsp:sp>
    <dsp:sp modelId="{76119021-8215-4469-851C-7FDF8DD13715}">
      <dsp:nvSpPr>
        <dsp:cNvPr id="0" name=""/>
        <dsp:cNvSpPr/>
      </dsp:nvSpPr>
      <dsp:spPr>
        <a:xfrm>
          <a:off x="512432" y="2615565"/>
          <a:ext cx="4099464" cy="871855"/>
        </a:xfrm>
        <a:prstGeom prst="trapezoid">
          <a:avLst>
            <a:gd name="adj" fmla="val 58775"/>
          </a:avLst>
        </a:prstGeom>
        <a:gradFill rotWithShape="0">
          <a:gsLst>
            <a:gs pos="0">
              <a:schemeClr val="accent3">
                <a:hueOff val="3087872"/>
                <a:satOff val="18534"/>
                <a:lumOff val="141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3087872"/>
                <a:satOff val="18534"/>
                <a:lumOff val="141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3087872"/>
                <a:satOff val="18534"/>
                <a:lumOff val="141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L4</a:t>
          </a:r>
        </a:p>
      </dsp:txBody>
      <dsp:txXfrm>
        <a:off x="1229839" y="2615565"/>
        <a:ext cx="2664651" cy="871855"/>
      </dsp:txXfrm>
    </dsp:sp>
    <dsp:sp modelId="{8781A0D2-F28E-435E-BA80-6C83D449F890}">
      <dsp:nvSpPr>
        <dsp:cNvPr id="0" name=""/>
        <dsp:cNvSpPr/>
      </dsp:nvSpPr>
      <dsp:spPr>
        <a:xfrm>
          <a:off x="0" y="3487420"/>
          <a:ext cx="5124330" cy="871855"/>
        </a:xfrm>
        <a:prstGeom prst="trapezoid">
          <a:avLst>
            <a:gd name="adj" fmla="val 58775"/>
          </a:avLst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L5</a:t>
          </a:r>
        </a:p>
      </dsp:txBody>
      <dsp:txXfrm>
        <a:off x="896757" y="3487420"/>
        <a:ext cx="3330814" cy="8718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9A8D6-339C-8319-7F0B-42E1F5032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9C5E3-76A9-C727-E96E-0709B7FF0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F74B2-1A95-2528-AA63-59A6ECC9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4DDE-2003-47A4-ABEF-B3A125FC7140}" type="datetimeFigureOut">
              <a:rPr lang="en-MY" smtClean="0"/>
              <a:t>27/1/2026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81E15-159C-AA5C-472A-305DF12C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27088-93F0-1FC3-A807-1A57A32C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6A345-FD70-4BA2-93D6-FC6BF2F723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1029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6D3D-B21C-66E7-1B5E-94FBA376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29FF7-DF92-3128-BACB-9AFEC55B1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DB28C-1494-658C-6E0E-C3F0813FC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4DDE-2003-47A4-ABEF-B3A125FC7140}" type="datetimeFigureOut">
              <a:rPr lang="en-MY" smtClean="0"/>
              <a:t>27/1/2026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F7EF1-5F33-37E7-B2B9-8C4900AB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AF659-4252-4745-E17F-62061A66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6A345-FD70-4BA2-93D6-FC6BF2F7234C}" type="slidenum">
              <a:rPr lang="en-MY" smtClean="0"/>
              <a:t>‹#›</a:t>
            </a:fld>
            <a:endParaRPr lang="en-MY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6162D6-8418-E8FE-F74F-0D5B399A05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4768" y="6221815"/>
            <a:ext cx="518063" cy="49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38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A19F-D885-8867-9E2A-426A71F61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D4790-B662-AE04-35E1-C50012790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980C1-578B-E2AE-2C7C-BC9A076E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4DDE-2003-47A4-ABEF-B3A125FC7140}" type="datetimeFigureOut">
              <a:rPr lang="en-MY" smtClean="0"/>
              <a:t>27/1/2026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99DC3-6952-65C2-29CE-D9307538B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DB5A9-1D8B-F16B-D7A1-6A6CA0DA3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6A345-FD70-4BA2-93D6-FC6BF2F723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53086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43EF-3CFC-CC48-E544-5C8AA75F6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C5CA8-4429-A9F7-9800-904F808CB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12867-D4A5-D7C4-0B5E-475E95B37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65DDE-69D2-DAD1-CBEF-97791C96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4DDE-2003-47A4-ABEF-B3A125FC7140}" type="datetimeFigureOut">
              <a:rPr lang="en-MY" smtClean="0"/>
              <a:t>27/1/2026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EFDE1-86B6-9C3E-5F7F-0B3A0D39A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27927-BD4A-0AC5-AADA-CE14BDA0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6A345-FD70-4BA2-93D6-FC6BF2F723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4557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B071C-E496-45B5-823D-3DE5B7F1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903FA-3081-8359-5E90-9594C3F1F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33879-4C97-A942-5B08-D3F756D02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71A6C-C057-0BD0-C6E8-987454799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75B18-2B24-0632-1128-133FD3543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E2901E-6BF8-9D5A-552E-4C0EA218A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4DDE-2003-47A4-ABEF-B3A125FC7140}" type="datetimeFigureOut">
              <a:rPr lang="en-MY" smtClean="0"/>
              <a:t>27/1/2026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57090F-3F70-7D1A-E2B6-B895D310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B3B4FF-9E2B-A0D1-44BD-56BCEE98F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6A345-FD70-4BA2-93D6-FC6BF2F723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0845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850A-2915-47D1-16FF-080A971A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F879C-8336-D008-C122-C01AB4428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4DDE-2003-47A4-ABEF-B3A125FC7140}" type="datetimeFigureOut">
              <a:rPr lang="en-MY" smtClean="0"/>
              <a:t>27/1/2026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B5DFF-DE3B-12DC-AE39-F02C77FA3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645B7-2248-102D-4DDB-9ACE2A41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6A345-FD70-4BA2-93D6-FC6BF2F723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14385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62390E-CF59-4F5C-8307-546B5083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4DDE-2003-47A4-ABEF-B3A125FC7140}" type="datetimeFigureOut">
              <a:rPr lang="en-MY" smtClean="0"/>
              <a:t>27/1/2026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9E047B-8B38-B9D0-B022-3798C4827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CCA65-3F40-6A35-38E8-CF2F0FAF3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6A345-FD70-4BA2-93D6-FC6BF2F723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2615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0ABC-2F5E-A2A3-152E-60A1035A1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7C6EF-EEE2-EC0C-5A38-F2B1BF304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41CD3-466F-44AC-3255-BC73480F9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B3FE7-D80C-F129-18BD-ECF2EB07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4DDE-2003-47A4-ABEF-B3A125FC7140}" type="datetimeFigureOut">
              <a:rPr lang="en-MY" smtClean="0"/>
              <a:t>27/1/2026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8D96F-DB15-8C4F-5E40-C6EBD614D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F8C41-7B9A-F593-2647-E2AF69CD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6A345-FD70-4BA2-93D6-FC6BF2F723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2396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8E2A6-1655-6E34-9FCF-EFC8365D7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D0A1BE-4ACA-251D-C139-770B8FBDB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73A7C-682F-9E5D-DD09-54C15114C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E3D33-A830-6EFD-8A4E-B46828FDF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4DDE-2003-47A4-ABEF-B3A125FC7140}" type="datetimeFigureOut">
              <a:rPr lang="en-MY" smtClean="0"/>
              <a:t>27/1/2026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3143C-1D73-2E23-0DC2-434D85E5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14AA1-CD4A-F089-E849-D42A56BD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6A345-FD70-4BA2-93D6-FC6BF2F723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60377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B4EA5-6D1B-8D6E-EC2D-695D3612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C52DB0-96C9-8ABD-37F3-E8D6273D4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7BA6A-390B-7283-A384-05EE70928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4DDE-2003-47A4-ABEF-B3A125FC7140}" type="datetimeFigureOut">
              <a:rPr lang="en-MY" smtClean="0"/>
              <a:t>27/1/2026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440C-0167-9686-E8AB-B551907B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5FAEF-F702-22B1-AF2D-B4508E30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6A345-FD70-4BA2-93D6-FC6BF2F723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1699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66049C-73A7-CA72-0861-77494D934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C1938-EA3A-0F5D-2F32-450DD010C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D6595-FEDE-EEA3-77B1-0CE68A68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4DDE-2003-47A4-ABEF-B3A125FC7140}" type="datetimeFigureOut">
              <a:rPr lang="en-MY" smtClean="0"/>
              <a:t>27/1/2026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B4728-CE83-4613-4151-38FEA5578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5FCE6-E5D7-2843-D988-F5690F63C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6A345-FD70-4BA2-93D6-FC6BF2F723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5031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10F281-5D98-F9D5-4934-E6B21156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CC4BD-6990-7043-F6C9-55DE18E3C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5D6BE-BA3A-BB6E-70F1-D56C1B7DA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B4DDE-2003-47A4-ABEF-B3A125FC7140}" type="datetimeFigureOut">
              <a:rPr lang="en-MY" smtClean="0"/>
              <a:t>27/1/2026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47BD2-E037-420C-14A2-5E45480D2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2AF95-14CA-81C6-CC2E-F59D1EAED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6A345-FD70-4BA2-93D6-FC6BF2F723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8974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64E2AA-408E-6D8F-AECF-0036C657B323}"/>
              </a:ext>
            </a:extLst>
          </p:cNvPr>
          <p:cNvSpPr/>
          <p:nvPr/>
        </p:nvSpPr>
        <p:spPr>
          <a:xfrm>
            <a:off x="675223" y="3277588"/>
            <a:ext cx="10794882" cy="27542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ED2697-D380-82C5-99AB-8A0126FCB373}"/>
              </a:ext>
            </a:extLst>
          </p:cNvPr>
          <p:cNvSpPr txBox="1"/>
          <p:nvPr/>
        </p:nvSpPr>
        <p:spPr>
          <a:xfrm>
            <a:off x="946484" y="3539305"/>
            <a:ext cx="10794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5200" b="1" dirty="0">
                <a:latin typeface="Arial" panose="020B0604020202020204" pitchFamily="34" charset="0"/>
                <a:cs typeface="Arial" panose="020B0604020202020204" pitchFamily="34" charset="0"/>
              </a:rPr>
              <a:t>BUSINESS PROCESS MAPPING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DE897A5B-1AA7-F122-6C95-6BF0E768E298}"/>
              </a:ext>
            </a:extLst>
          </p:cNvPr>
          <p:cNvSpPr txBox="1"/>
          <p:nvPr/>
        </p:nvSpPr>
        <p:spPr>
          <a:xfrm>
            <a:off x="1129213" y="4445732"/>
            <a:ext cx="9948163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498439"/>
            <a:r>
              <a:rPr lang="en-US" b="1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A method that promotes a better understanding of processes and helps organizations identify areas for improvement.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A6AFD1-1793-BE37-F4EA-4B5F58C6C32E}"/>
              </a:ext>
            </a:extLst>
          </p:cNvPr>
          <p:cNvSpPr/>
          <p:nvPr/>
        </p:nvSpPr>
        <p:spPr>
          <a:xfrm>
            <a:off x="9620987" y="5179987"/>
            <a:ext cx="1456389" cy="1382644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937594-5BB2-0A56-EEEA-36B98F50C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8785" y="5284015"/>
            <a:ext cx="724389" cy="698657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94A73F99-DC38-77FB-0F2C-C5BD167E84E0}"/>
              </a:ext>
            </a:extLst>
          </p:cNvPr>
          <p:cNvSpPr txBox="1"/>
          <p:nvPr/>
        </p:nvSpPr>
        <p:spPr>
          <a:xfrm>
            <a:off x="9724103" y="6022255"/>
            <a:ext cx="1274613" cy="489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498439">
              <a:lnSpc>
                <a:spcPts val="1313"/>
              </a:lnSpc>
            </a:pP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Enhancing your organization’s potential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CBFA373F-52DE-598F-816D-4B7B2FEC4477}"/>
              </a:ext>
            </a:extLst>
          </p:cNvPr>
          <p:cNvSpPr txBox="1"/>
          <p:nvPr/>
        </p:nvSpPr>
        <p:spPr>
          <a:xfrm>
            <a:off x="5113836" y="5525621"/>
            <a:ext cx="1978915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498439"/>
            <a:r>
              <a:rPr lang="en-US" sz="1200" i="1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29</a:t>
            </a:r>
            <a:r>
              <a:rPr lang="en-US" sz="1200" i="1" baseline="300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th</a:t>
            </a:r>
            <a:r>
              <a:rPr lang="en-US" sz="1200" i="1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– 31</a:t>
            </a:r>
            <a:r>
              <a:rPr lang="en-US" sz="1200" i="1" baseline="300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st</a:t>
            </a:r>
            <a:r>
              <a:rPr lang="en-US" sz="1200" i="1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January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2EFD0F-0CFF-7F62-989C-E66AAD98F32F}"/>
              </a:ext>
            </a:extLst>
          </p:cNvPr>
          <p:cNvSpPr/>
          <p:nvPr/>
        </p:nvSpPr>
        <p:spPr>
          <a:xfrm>
            <a:off x="860518" y="6213504"/>
            <a:ext cx="715041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© 2026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Jasmiza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Solutions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Sdn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Bhd. All Rights Reserved. No part of this content may be reproduced in part or in whole, stored in a retrieval system or transmitted in any form or by any means (electronic, mechanical, photocopying, recording or otherwise) without the written permission of the copyright owner.</a:t>
            </a: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85CA9BE0-BD4E-5B8C-894C-354B2ECEFC5F}"/>
              </a:ext>
            </a:extLst>
          </p:cNvPr>
          <p:cNvSpPr txBox="1"/>
          <p:nvPr/>
        </p:nvSpPr>
        <p:spPr>
          <a:xfrm>
            <a:off x="3491493" y="5248811"/>
            <a:ext cx="5447142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498439"/>
            <a:r>
              <a:rPr lang="en-US" sz="1400" i="1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As-Is Process Validation Workshop Pos Logistics Berhad</a:t>
            </a:r>
          </a:p>
        </p:txBody>
      </p:sp>
    </p:spTree>
    <p:extLst>
      <p:ext uri="{BB962C8B-B14F-4D97-AF65-F5344CB8AC3E}">
        <p14:creationId xmlns:p14="http://schemas.microsoft.com/office/powerpoint/2010/main" val="3534904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D797C-DAC4-C0DB-3DE7-76CFA075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B61229-3FAB-9081-5CF3-279E60EB1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12" y="297335"/>
            <a:ext cx="11707762" cy="645527"/>
          </a:xfrm>
        </p:spPr>
        <p:txBody>
          <a:bodyPr>
            <a:normAutofit fontScale="90000"/>
          </a:bodyPr>
          <a:lstStyle/>
          <a:p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JSSB Approach for Business Process Mapping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54B04009-D8AD-446D-820F-B13D875FA337}"/>
              </a:ext>
            </a:extLst>
          </p:cNvPr>
          <p:cNvSpPr txBox="1"/>
          <p:nvPr/>
        </p:nvSpPr>
        <p:spPr>
          <a:xfrm>
            <a:off x="551641" y="978800"/>
            <a:ext cx="1122740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98439"/>
            <a:r>
              <a:rPr lang="en-US" sz="16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Our BPM methodology has been implemented for more than 20 years across over 300 companies. This includes extensive training delivered to DRB-Hicom subsidiaries through more than 60 sessions nationwide.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C301F3-8332-9704-031A-97F0DC53B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84" y="1808615"/>
            <a:ext cx="4864109" cy="6858000"/>
          </a:xfrm>
          <a:prstGeom prst="rect">
            <a:avLst/>
          </a:prstGeom>
        </p:spPr>
      </p:pic>
      <p:sp>
        <p:nvSpPr>
          <p:cNvPr id="3" name="TextBox 9">
            <a:extLst>
              <a:ext uri="{FF2B5EF4-FFF2-40B4-BE49-F238E27FC236}">
                <a16:creationId xmlns:a16="http://schemas.microsoft.com/office/drawing/2014/main" id="{F8646328-7E90-4E97-1887-E742050897BD}"/>
              </a:ext>
            </a:extLst>
          </p:cNvPr>
          <p:cNvSpPr txBox="1"/>
          <p:nvPr/>
        </p:nvSpPr>
        <p:spPr>
          <a:xfrm>
            <a:off x="6096000" y="1966967"/>
            <a:ext cx="5318216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98439"/>
            <a:r>
              <a:rPr lang="en-US" sz="14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Business Process Mapping is a long term fast result change program adopted by organizations who aims to: </a:t>
            </a:r>
          </a:p>
          <a:p>
            <a:pPr defTabSz="498439"/>
            <a:endParaRPr lang="en-US" sz="1400" dirty="0"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  <a:p>
            <a:pPr defTabSz="498439"/>
            <a:r>
              <a:rPr lang="en-US" sz="14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• Empower line managers to take charge on their own resources (5M) to deliver desired outcomes</a:t>
            </a:r>
          </a:p>
          <a:p>
            <a:pPr defTabSz="498439"/>
            <a:r>
              <a:rPr lang="en-US" sz="14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• Optimize current resources to deliver desired outcomes when there are changes in the business strategy (3R: reskill, replace or remove)</a:t>
            </a:r>
          </a:p>
          <a:p>
            <a:pPr defTabSz="498439"/>
            <a:r>
              <a:rPr lang="en-US" sz="14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• Replicate and repeat business units for upsizing and branching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084BA8-1323-F95D-6ED1-E7FBB850CF0D}"/>
              </a:ext>
            </a:extLst>
          </p:cNvPr>
          <p:cNvSpPr/>
          <p:nvPr/>
        </p:nvSpPr>
        <p:spPr>
          <a:xfrm>
            <a:off x="6128320" y="4179912"/>
            <a:ext cx="5318216" cy="1427149"/>
          </a:xfrm>
          <a:prstGeom prst="roundRect">
            <a:avLst/>
          </a:prstGeom>
          <a:solidFill>
            <a:srgbClr val="0BB5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98439"/>
            <a:r>
              <a:rPr lang="en-US" sz="14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The bottom line is to provide answer to these key questions:</a:t>
            </a:r>
          </a:p>
          <a:p>
            <a:pPr defTabSz="498439"/>
            <a:endParaRPr lang="en-US" sz="1400" dirty="0"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  <a:p>
            <a:pPr defTabSz="498439"/>
            <a:r>
              <a:rPr lang="en-US" sz="14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1. Who should deliver what</a:t>
            </a:r>
          </a:p>
          <a:p>
            <a:pPr defTabSz="498439"/>
            <a:r>
              <a:rPr lang="en-US" sz="14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2. How many are needed to deliver the desired output</a:t>
            </a:r>
          </a:p>
          <a:p>
            <a:pPr defTabSz="498439"/>
            <a:r>
              <a:rPr lang="en-US" sz="14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3. Optimization is not reductions!</a:t>
            </a:r>
          </a:p>
        </p:txBody>
      </p:sp>
    </p:spTree>
    <p:extLst>
      <p:ext uri="{BB962C8B-B14F-4D97-AF65-F5344CB8AC3E}">
        <p14:creationId xmlns:p14="http://schemas.microsoft.com/office/powerpoint/2010/main" val="3043075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7279D0-5776-96B9-9005-A2020E84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80" y="316999"/>
            <a:ext cx="11796252" cy="645527"/>
          </a:xfrm>
        </p:spPr>
        <p:txBody>
          <a:bodyPr>
            <a:normAutofit fontScale="90000"/>
          </a:bodyPr>
          <a:lstStyle/>
          <a:p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BPM is the first step for Enterprise Automation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BC6FBC7-18E7-20CB-75CD-11A7A88D330D}"/>
              </a:ext>
            </a:extLst>
          </p:cNvPr>
          <p:cNvGrpSpPr/>
          <p:nvPr/>
        </p:nvGrpSpPr>
        <p:grpSpPr>
          <a:xfrm>
            <a:off x="438290" y="1136707"/>
            <a:ext cx="11315420" cy="3117742"/>
            <a:chOff x="438290" y="3591148"/>
            <a:chExt cx="11315420" cy="311774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01E7A9D-24FE-6D23-5C65-746CDCE8357D}"/>
                </a:ext>
              </a:extLst>
            </p:cNvPr>
            <p:cNvGrpSpPr/>
            <p:nvPr/>
          </p:nvGrpSpPr>
          <p:grpSpPr>
            <a:xfrm>
              <a:off x="708499" y="4347849"/>
              <a:ext cx="11045211" cy="2361041"/>
              <a:chOff x="708499" y="4347849"/>
              <a:chExt cx="11045211" cy="2361041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8A148DF-3811-5A57-EF41-83312E2C649E}"/>
                  </a:ext>
                </a:extLst>
              </p:cNvPr>
              <p:cNvSpPr/>
              <p:nvPr/>
            </p:nvSpPr>
            <p:spPr>
              <a:xfrm>
                <a:off x="708499" y="4347849"/>
                <a:ext cx="1909823" cy="529542"/>
              </a:xfrm>
              <a:prstGeom prst="rect">
                <a:avLst/>
              </a:prstGeom>
              <a:solidFill>
                <a:srgbClr val="1470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Stock Take As-Is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7AC89C2-1368-59A3-E5BD-3C999EAC8CA9}"/>
                  </a:ext>
                </a:extLst>
              </p:cNvPr>
              <p:cNvSpPr/>
              <p:nvPr/>
            </p:nvSpPr>
            <p:spPr>
              <a:xfrm>
                <a:off x="2944342" y="4347849"/>
                <a:ext cx="1909823" cy="529542"/>
              </a:xfrm>
              <a:prstGeom prst="rect">
                <a:avLst/>
              </a:prstGeom>
              <a:solidFill>
                <a:srgbClr val="168F4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Work Design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0AE7887-D898-649B-C0D2-2C8888C3DCB8}"/>
                  </a:ext>
                </a:extLst>
              </p:cNvPr>
              <p:cNvSpPr/>
              <p:nvPr/>
            </p:nvSpPr>
            <p:spPr>
              <a:xfrm>
                <a:off x="5180185" y="4347849"/>
                <a:ext cx="1909823" cy="529542"/>
              </a:xfrm>
              <a:prstGeom prst="rect">
                <a:avLst/>
              </a:prstGeom>
              <a:solidFill>
                <a:srgbClr val="09949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Process Optimization</a:t>
                </a:r>
                <a:endParaRPr lang="en-MY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B04A9B3-778F-F348-648F-0C9FC48CD4FD}"/>
                  </a:ext>
                </a:extLst>
              </p:cNvPr>
              <p:cNvSpPr/>
              <p:nvPr/>
            </p:nvSpPr>
            <p:spPr>
              <a:xfrm>
                <a:off x="7416028" y="4347849"/>
                <a:ext cx="1909823" cy="529542"/>
              </a:xfrm>
              <a:prstGeom prst="rect">
                <a:avLst/>
              </a:prstGeom>
              <a:solidFill>
                <a:srgbClr val="0CC6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Process Digitization</a:t>
                </a:r>
                <a:endParaRPr lang="en-MY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FC6B27D-EEF9-7D01-DCC2-8792242B255B}"/>
                  </a:ext>
                </a:extLst>
              </p:cNvPr>
              <p:cNvGrpSpPr/>
              <p:nvPr/>
            </p:nvGrpSpPr>
            <p:grpSpPr>
              <a:xfrm>
                <a:off x="2598827" y="4437224"/>
                <a:ext cx="372257" cy="359365"/>
                <a:chOff x="3576577" y="3346531"/>
                <a:chExt cx="578734" cy="529542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BAF007E1-9123-A20B-0AB1-A5C25A16A076}"/>
                    </a:ext>
                  </a:extLst>
                </p:cNvPr>
                <p:cNvSpPr/>
                <p:nvPr/>
              </p:nvSpPr>
              <p:spPr>
                <a:xfrm>
                  <a:off x="3576577" y="3346531"/>
                  <a:ext cx="578734" cy="529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14" name="Flowchart: Extract 13">
                  <a:extLst>
                    <a:ext uri="{FF2B5EF4-FFF2-40B4-BE49-F238E27FC236}">
                      <a16:creationId xmlns:a16="http://schemas.microsoft.com/office/drawing/2014/main" id="{828EDE43-AA86-A8B6-AC91-4A192CA74F26}"/>
                    </a:ext>
                  </a:extLst>
                </p:cNvPr>
                <p:cNvSpPr/>
                <p:nvPr/>
              </p:nvSpPr>
              <p:spPr>
                <a:xfrm rot="5400000">
                  <a:off x="3756225" y="3499657"/>
                  <a:ext cx="313964" cy="210274"/>
                </a:xfrm>
                <a:prstGeom prst="flowChartExtra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5DE0360-456A-9661-264C-62B2357A8BAE}"/>
                  </a:ext>
                </a:extLst>
              </p:cNvPr>
              <p:cNvGrpSpPr/>
              <p:nvPr/>
            </p:nvGrpSpPr>
            <p:grpSpPr>
              <a:xfrm>
                <a:off x="4824060" y="4430716"/>
                <a:ext cx="372257" cy="359365"/>
                <a:chOff x="3576577" y="3346531"/>
                <a:chExt cx="578734" cy="529542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E091ECAC-5A9F-DA07-9F86-1798764A940E}"/>
                    </a:ext>
                  </a:extLst>
                </p:cNvPr>
                <p:cNvSpPr/>
                <p:nvPr/>
              </p:nvSpPr>
              <p:spPr>
                <a:xfrm>
                  <a:off x="3576577" y="3346531"/>
                  <a:ext cx="578734" cy="529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17" name="Flowchart: Extract 16">
                  <a:extLst>
                    <a:ext uri="{FF2B5EF4-FFF2-40B4-BE49-F238E27FC236}">
                      <a16:creationId xmlns:a16="http://schemas.microsoft.com/office/drawing/2014/main" id="{4A01C3B7-C832-178E-C1AC-D43231F0D63B}"/>
                    </a:ext>
                  </a:extLst>
                </p:cNvPr>
                <p:cNvSpPr/>
                <p:nvPr/>
              </p:nvSpPr>
              <p:spPr>
                <a:xfrm rot="5400000">
                  <a:off x="3756225" y="3499657"/>
                  <a:ext cx="313964" cy="210274"/>
                </a:xfrm>
                <a:prstGeom prst="flowChartExtra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09DA17A-5FBD-416E-84A8-2F1A2389B4C2}"/>
                  </a:ext>
                </a:extLst>
              </p:cNvPr>
              <p:cNvGrpSpPr/>
              <p:nvPr/>
            </p:nvGrpSpPr>
            <p:grpSpPr>
              <a:xfrm>
                <a:off x="7061832" y="4437224"/>
                <a:ext cx="372257" cy="359365"/>
                <a:chOff x="3576577" y="3346531"/>
                <a:chExt cx="578734" cy="529542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C6C4B70A-A61B-32AC-F10D-B4CBF68B5B46}"/>
                    </a:ext>
                  </a:extLst>
                </p:cNvPr>
                <p:cNvSpPr/>
                <p:nvPr/>
              </p:nvSpPr>
              <p:spPr>
                <a:xfrm>
                  <a:off x="3576577" y="3346531"/>
                  <a:ext cx="578734" cy="529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20" name="Flowchart: Extract 19">
                  <a:extLst>
                    <a:ext uri="{FF2B5EF4-FFF2-40B4-BE49-F238E27FC236}">
                      <a16:creationId xmlns:a16="http://schemas.microsoft.com/office/drawing/2014/main" id="{73E13AFE-4F6D-C0D4-A7ED-824906E07E2D}"/>
                    </a:ext>
                  </a:extLst>
                </p:cNvPr>
                <p:cNvSpPr/>
                <p:nvPr/>
              </p:nvSpPr>
              <p:spPr>
                <a:xfrm rot="5400000">
                  <a:off x="3756225" y="3499657"/>
                  <a:ext cx="313964" cy="210274"/>
                </a:xfrm>
                <a:prstGeom prst="flowChartExtra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</p:grpSp>
          <p:sp>
            <p:nvSpPr>
              <p:cNvPr id="21" name="TextBox 9">
                <a:extLst>
                  <a:ext uri="{FF2B5EF4-FFF2-40B4-BE49-F238E27FC236}">
                    <a16:creationId xmlns:a16="http://schemas.microsoft.com/office/drawing/2014/main" id="{7572F82F-0F38-1F1F-0A36-D4AE02564CDA}"/>
                  </a:ext>
                </a:extLst>
              </p:cNvPr>
              <p:cNvSpPr txBox="1"/>
              <p:nvPr/>
            </p:nvSpPr>
            <p:spPr>
              <a:xfrm>
                <a:off x="708499" y="4985342"/>
                <a:ext cx="1890328" cy="107721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Key Objective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Key Result Indicators (KRI)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Value Chain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Org Chart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6A4D663-F238-75C6-E4E3-605313D9C2C2}"/>
                  </a:ext>
                </a:extLst>
              </p:cNvPr>
              <p:cNvSpPr/>
              <p:nvPr/>
            </p:nvSpPr>
            <p:spPr>
              <a:xfrm>
                <a:off x="9651871" y="4347849"/>
                <a:ext cx="1909823" cy="529542"/>
              </a:xfrm>
              <a:prstGeom prst="rect">
                <a:avLst/>
              </a:prstGeom>
              <a:solidFill>
                <a:srgbClr val="07A9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Intelligent Automation</a:t>
                </a:r>
                <a:endParaRPr lang="en-MY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5BA5E50-24DD-DA45-E773-9371C6254CBE}"/>
                  </a:ext>
                </a:extLst>
              </p:cNvPr>
              <p:cNvGrpSpPr/>
              <p:nvPr/>
            </p:nvGrpSpPr>
            <p:grpSpPr>
              <a:xfrm>
                <a:off x="9298309" y="4430716"/>
                <a:ext cx="372257" cy="359365"/>
                <a:chOff x="3576577" y="3346531"/>
                <a:chExt cx="578734" cy="529542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BCE72C5-8FD8-CDE7-1A54-959715CB2675}"/>
                    </a:ext>
                  </a:extLst>
                </p:cNvPr>
                <p:cNvSpPr/>
                <p:nvPr/>
              </p:nvSpPr>
              <p:spPr>
                <a:xfrm>
                  <a:off x="3576577" y="3346531"/>
                  <a:ext cx="578734" cy="529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25" name="Flowchart: Extract 24">
                  <a:extLst>
                    <a:ext uri="{FF2B5EF4-FFF2-40B4-BE49-F238E27FC236}">
                      <a16:creationId xmlns:a16="http://schemas.microsoft.com/office/drawing/2014/main" id="{B9EC6EF4-4E72-0891-4D8A-CA032C85B48F}"/>
                    </a:ext>
                  </a:extLst>
                </p:cNvPr>
                <p:cNvSpPr/>
                <p:nvPr/>
              </p:nvSpPr>
              <p:spPr>
                <a:xfrm rot="5400000">
                  <a:off x="3756225" y="3499657"/>
                  <a:ext cx="313964" cy="210274"/>
                </a:xfrm>
                <a:prstGeom prst="flowChartExtra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</p:grpSp>
          <p:sp>
            <p:nvSpPr>
              <p:cNvPr id="26" name="TextBox 9">
                <a:extLst>
                  <a:ext uri="{FF2B5EF4-FFF2-40B4-BE49-F238E27FC236}">
                    <a16:creationId xmlns:a16="http://schemas.microsoft.com/office/drawing/2014/main" id="{FB68AF4F-464A-A782-93FE-4E4D6C140ACD}"/>
                  </a:ext>
                </a:extLst>
              </p:cNvPr>
              <p:cNvSpPr txBox="1"/>
              <p:nvPr/>
            </p:nvSpPr>
            <p:spPr>
              <a:xfrm>
                <a:off x="3039650" y="4985342"/>
                <a:ext cx="1890328" cy="64633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SIPOC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ICOR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Deployment Chart</a:t>
                </a:r>
              </a:p>
            </p:txBody>
          </p:sp>
          <p:sp>
            <p:nvSpPr>
              <p:cNvPr id="27" name="TextBox 9">
                <a:extLst>
                  <a:ext uri="{FF2B5EF4-FFF2-40B4-BE49-F238E27FC236}">
                    <a16:creationId xmlns:a16="http://schemas.microsoft.com/office/drawing/2014/main" id="{8169096B-6689-D789-1A33-0DF5AF7B781E}"/>
                  </a:ext>
                </a:extLst>
              </p:cNvPr>
              <p:cNvSpPr txBox="1"/>
              <p:nvPr/>
            </p:nvSpPr>
            <p:spPr>
              <a:xfrm>
                <a:off x="5199680" y="4985342"/>
                <a:ext cx="1890328" cy="129266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Eliminate non-value added activities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Standardize workflows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Reduce cycle time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Minimize errors</a:t>
                </a:r>
              </a:p>
            </p:txBody>
          </p:sp>
          <p:sp>
            <p:nvSpPr>
              <p:cNvPr id="28" name="TextBox 9">
                <a:extLst>
                  <a:ext uri="{FF2B5EF4-FFF2-40B4-BE49-F238E27FC236}">
                    <a16:creationId xmlns:a16="http://schemas.microsoft.com/office/drawing/2014/main" id="{AC8F3E31-7519-43F8-D17A-65FE001F6CBA}"/>
                  </a:ext>
                </a:extLst>
              </p:cNvPr>
              <p:cNvSpPr txBox="1"/>
              <p:nvPr/>
            </p:nvSpPr>
            <p:spPr>
              <a:xfrm>
                <a:off x="7435523" y="4985341"/>
                <a:ext cx="1890328" cy="129266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Define digital requirements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Build digital workflows/interfaces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Integrate data sources</a:t>
                </a:r>
              </a:p>
            </p:txBody>
          </p:sp>
          <p:sp>
            <p:nvSpPr>
              <p:cNvPr id="29" name="TextBox 9">
                <a:extLst>
                  <a:ext uri="{FF2B5EF4-FFF2-40B4-BE49-F238E27FC236}">
                    <a16:creationId xmlns:a16="http://schemas.microsoft.com/office/drawing/2014/main" id="{8D3BC440-E960-649B-A331-049F331A0900}"/>
                  </a:ext>
                </a:extLst>
              </p:cNvPr>
              <p:cNvSpPr txBox="1"/>
              <p:nvPr/>
            </p:nvSpPr>
            <p:spPr>
              <a:xfrm>
                <a:off x="9734590" y="4985341"/>
                <a:ext cx="2019120" cy="172354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Robot Process Automation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Workflow engines/BPM system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AI/ML for cognitive task</a:t>
                </a:r>
              </a:p>
              <a:p>
                <a:pPr marL="285750" indent="-285750" defTabSz="498439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ea typeface="Inter"/>
                    <a:cs typeface="Arial" panose="020B0604020202020204" pitchFamily="34" charset="0"/>
                    <a:sym typeface="Inter"/>
                  </a:rPr>
                  <a:t>API for system-to-system automation</a:t>
                </a:r>
              </a:p>
            </p:txBody>
          </p:sp>
        </p:grpSp>
        <p:sp>
          <p:nvSpPr>
            <p:cNvPr id="31" name="Title 1">
              <a:extLst>
                <a:ext uri="{FF2B5EF4-FFF2-40B4-BE49-F238E27FC236}">
                  <a16:creationId xmlns:a16="http://schemas.microsoft.com/office/drawing/2014/main" id="{5F153BA0-5FE9-9554-A86A-42E38440D7BC}"/>
                </a:ext>
              </a:extLst>
            </p:cNvPr>
            <p:cNvSpPr txBox="1">
              <a:spLocks/>
            </p:cNvSpPr>
            <p:nvPr/>
          </p:nvSpPr>
          <p:spPr>
            <a:xfrm>
              <a:off x="2882984" y="3591148"/>
              <a:ext cx="5518226" cy="6455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MY" sz="20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5 Steps in Enterprise Automation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137860FC-B303-824A-C42E-A4C530C8F769}"/>
                </a:ext>
              </a:extLst>
            </p:cNvPr>
            <p:cNvSpPr/>
            <p:nvPr/>
          </p:nvSpPr>
          <p:spPr>
            <a:xfrm>
              <a:off x="438290" y="4175914"/>
              <a:ext cx="4620535" cy="2000297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3" name="TextBox 9">
              <a:extLst>
                <a:ext uri="{FF2B5EF4-FFF2-40B4-BE49-F238E27FC236}">
                  <a16:creationId xmlns:a16="http://schemas.microsoft.com/office/drawing/2014/main" id="{CAE56E20-7765-01BA-BB7F-B4749AEA62D5}"/>
                </a:ext>
              </a:extLst>
            </p:cNvPr>
            <p:cNvSpPr txBox="1"/>
            <p:nvPr/>
          </p:nvSpPr>
          <p:spPr>
            <a:xfrm>
              <a:off x="1844205" y="6265586"/>
              <a:ext cx="2626928" cy="246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498439"/>
              <a:r>
                <a:rPr lang="en-US" sz="1600" b="1" dirty="0">
                  <a:latin typeface="Arial" panose="020B0604020202020204" pitchFamily="34" charset="0"/>
                  <a:ea typeface="Inter"/>
                  <a:cs typeface="Arial" panose="020B0604020202020204" pitchFamily="34" charset="0"/>
                  <a:sym typeface="Inter"/>
                </a:rPr>
                <a:t>Where we are now..</a:t>
              </a:r>
            </a:p>
          </p:txBody>
        </p:sp>
        <p:pic>
          <p:nvPicPr>
            <p:cNvPr id="35" name="Graphic 34" descr="Line arrow: Rotate left with solid fill">
              <a:extLst>
                <a:ext uri="{FF2B5EF4-FFF2-40B4-BE49-F238E27FC236}">
                  <a16:creationId xmlns:a16="http://schemas.microsoft.com/office/drawing/2014/main" id="{556A34B8-8BDB-EAF3-4434-553C4AFB4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582091" flipH="1" flipV="1">
              <a:off x="1291880" y="6141216"/>
              <a:ext cx="502933" cy="502933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5537D49-D3DF-020E-B3E5-1621F0FF6870}"/>
              </a:ext>
            </a:extLst>
          </p:cNvPr>
          <p:cNvGrpSpPr/>
          <p:nvPr/>
        </p:nvGrpSpPr>
        <p:grpSpPr>
          <a:xfrm>
            <a:off x="999178" y="4575374"/>
            <a:ext cx="5971271" cy="1914797"/>
            <a:chOff x="855146" y="4599149"/>
            <a:chExt cx="5971271" cy="1914797"/>
          </a:xfrm>
        </p:grpSpPr>
        <p:sp>
          <p:nvSpPr>
            <p:cNvPr id="37" name="Title 1">
              <a:extLst>
                <a:ext uri="{FF2B5EF4-FFF2-40B4-BE49-F238E27FC236}">
                  <a16:creationId xmlns:a16="http://schemas.microsoft.com/office/drawing/2014/main" id="{60EC5E9B-CDBD-E2E6-0C77-B4D28C630E2F}"/>
                </a:ext>
              </a:extLst>
            </p:cNvPr>
            <p:cNvSpPr txBox="1">
              <a:spLocks/>
            </p:cNvSpPr>
            <p:nvPr/>
          </p:nvSpPr>
          <p:spPr>
            <a:xfrm>
              <a:off x="855146" y="4623260"/>
              <a:ext cx="3785165" cy="67397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MY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expected outcomes from BPM is 5Ms elements will be optimized </a:t>
              </a:r>
            </a:p>
          </p:txBody>
        </p:sp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04AF0FCF-D264-92C7-D3FA-8C3ABFE96B81}"/>
                </a:ext>
              </a:extLst>
            </p:cNvPr>
            <p:cNvSpPr/>
            <p:nvPr/>
          </p:nvSpPr>
          <p:spPr>
            <a:xfrm>
              <a:off x="3893206" y="5396686"/>
              <a:ext cx="1007276" cy="798725"/>
            </a:xfrm>
            <a:prstGeom prst="hexagon">
              <a:avLst/>
            </a:prstGeom>
            <a:solidFill>
              <a:srgbClr val="147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1300"/>
            </a:p>
          </p:txBody>
        </p:sp>
        <p:sp>
          <p:nvSpPr>
            <p:cNvPr id="42" name="Hexagon 41">
              <a:extLst>
                <a:ext uri="{FF2B5EF4-FFF2-40B4-BE49-F238E27FC236}">
                  <a16:creationId xmlns:a16="http://schemas.microsoft.com/office/drawing/2014/main" id="{7BA800DB-9EB6-F59A-2024-CD4A7E3FA84D}"/>
                </a:ext>
              </a:extLst>
            </p:cNvPr>
            <p:cNvSpPr/>
            <p:nvPr/>
          </p:nvSpPr>
          <p:spPr>
            <a:xfrm>
              <a:off x="4844333" y="5715221"/>
              <a:ext cx="1007276" cy="798725"/>
            </a:xfrm>
            <a:prstGeom prst="hexagon">
              <a:avLst/>
            </a:prstGeom>
            <a:solidFill>
              <a:srgbClr val="168F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1300"/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C50CE7F1-A0B8-BA12-4DB4-1E11B8ED19F0}"/>
                </a:ext>
              </a:extLst>
            </p:cNvPr>
            <p:cNvSpPr/>
            <p:nvPr/>
          </p:nvSpPr>
          <p:spPr>
            <a:xfrm>
              <a:off x="5819141" y="5490547"/>
              <a:ext cx="1007276" cy="798725"/>
            </a:xfrm>
            <a:prstGeom prst="hexagon">
              <a:avLst/>
            </a:prstGeom>
            <a:solidFill>
              <a:srgbClr val="0994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1300"/>
            </a:p>
          </p:txBody>
        </p:sp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845AF627-5C0B-BE49-CCBC-BE42A9E875F5}"/>
                </a:ext>
              </a:extLst>
            </p:cNvPr>
            <p:cNvSpPr/>
            <p:nvPr/>
          </p:nvSpPr>
          <p:spPr>
            <a:xfrm>
              <a:off x="4718708" y="4822176"/>
              <a:ext cx="1007276" cy="798725"/>
            </a:xfrm>
            <a:prstGeom prst="hexagon">
              <a:avLst/>
            </a:prstGeom>
            <a:solidFill>
              <a:srgbClr val="0CC6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1300"/>
            </a:p>
          </p:txBody>
        </p:sp>
        <p:sp>
          <p:nvSpPr>
            <p:cNvPr id="45" name="Hexagon 44">
              <a:extLst>
                <a:ext uri="{FF2B5EF4-FFF2-40B4-BE49-F238E27FC236}">
                  <a16:creationId xmlns:a16="http://schemas.microsoft.com/office/drawing/2014/main" id="{A62007EB-EB77-B883-A269-0793D91BBC2C}"/>
                </a:ext>
              </a:extLst>
            </p:cNvPr>
            <p:cNvSpPr/>
            <p:nvPr/>
          </p:nvSpPr>
          <p:spPr>
            <a:xfrm>
              <a:off x="5702741" y="4599149"/>
              <a:ext cx="1007276" cy="798725"/>
            </a:xfrm>
            <a:prstGeom prst="hexagon">
              <a:avLst/>
            </a:prstGeom>
            <a:solidFill>
              <a:srgbClr val="07A9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1300"/>
            </a:p>
          </p:txBody>
        </p:sp>
        <p:sp>
          <p:nvSpPr>
            <p:cNvPr id="46" name="TextBox 9">
              <a:extLst>
                <a:ext uri="{FF2B5EF4-FFF2-40B4-BE49-F238E27FC236}">
                  <a16:creationId xmlns:a16="http://schemas.microsoft.com/office/drawing/2014/main" id="{BD19901E-32C6-FB0D-CB7B-53290DF7EF0A}"/>
                </a:ext>
              </a:extLst>
            </p:cNvPr>
            <p:cNvSpPr txBox="1"/>
            <p:nvPr/>
          </p:nvSpPr>
          <p:spPr>
            <a:xfrm>
              <a:off x="3896324" y="5688326"/>
              <a:ext cx="1004479" cy="2000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defTabSz="498439"/>
              <a:r>
                <a:rPr lang="en-US" sz="1300" dirty="0">
                  <a:solidFill>
                    <a:schemeClr val="bg1"/>
                  </a:solidFill>
                  <a:latin typeface="Arial" panose="020B0604020202020204" pitchFamily="34" charset="0"/>
                  <a:ea typeface="Inter"/>
                  <a:cs typeface="Arial" panose="020B0604020202020204" pitchFamily="34" charset="0"/>
                  <a:sym typeface="Inter"/>
                </a:rPr>
                <a:t>Manpower</a:t>
              </a:r>
            </a:p>
          </p:txBody>
        </p:sp>
        <p:sp>
          <p:nvSpPr>
            <p:cNvPr id="48" name="TextBox 9">
              <a:extLst>
                <a:ext uri="{FF2B5EF4-FFF2-40B4-BE49-F238E27FC236}">
                  <a16:creationId xmlns:a16="http://schemas.microsoft.com/office/drawing/2014/main" id="{5639BA26-471E-CCD2-3D87-9863A2CF96FD}"/>
                </a:ext>
              </a:extLst>
            </p:cNvPr>
            <p:cNvSpPr txBox="1"/>
            <p:nvPr/>
          </p:nvSpPr>
          <p:spPr>
            <a:xfrm>
              <a:off x="4718708" y="5143456"/>
              <a:ext cx="1004479" cy="2000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defTabSz="498439"/>
              <a:r>
                <a:rPr lang="en-US" sz="1300" dirty="0">
                  <a:solidFill>
                    <a:schemeClr val="bg1"/>
                  </a:solidFill>
                  <a:latin typeface="Arial" panose="020B0604020202020204" pitchFamily="34" charset="0"/>
                  <a:ea typeface="Inter"/>
                  <a:cs typeface="Arial" panose="020B0604020202020204" pitchFamily="34" charset="0"/>
                  <a:sym typeface="Inter"/>
                </a:rPr>
                <a:t>Money</a:t>
              </a:r>
            </a:p>
          </p:txBody>
        </p:sp>
        <p:sp>
          <p:nvSpPr>
            <p:cNvPr id="49" name="TextBox 9">
              <a:extLst>
                <a:ext uri="{FF2B5EF4-FFF2-40B4-BE49-F238E27FC236}">
                  <a16:creationId xmlns:a16="http://schemas.microsoft.com/office/drawing/2014/main" id="{9623D277-87A3-7CD3-E8E1-8211E63E2983}"/>
                </a:ext>
              </a:extLst>
            </p:cNvPr>
            <p:cNvSpPr txBox="1"/>
            <p:nvPr/>
          </p:nvSpPr>
          <p:spPr>
            <a:xfrm>
              <a:off x="4833892" y="6017177"/>
              <a:ext cx="1004479" cy="2000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defTabSz="498439"/>
              <a:r>
                <a:rPr lang="en-US" sz="1300" dirty="0">
                  <a:solidFill>
                    <a:schemeClr val="bg1"/>
                  </a:solidFill>
                  <a:latin typeface="Arial" panose="020B0604020202020204" pitchFamily="34" charset="0"/>
                  <a:ea typeface="Inter"/>
                  <a:cs typeface="Arial" panose="020B0604020202020204" pitchFamily="34" charset="0"/>
                  <a:sym typeface="Inter"/>
                </a:rPr>
                <a:t>Material</a:t>
              </a:r>
            </a:p>
          </p:txBody>
        </p:sp>
        <p:sp>
          <p:nvSpPr>
            <p:cNvPr id="50" name="TextBox 9">
              <a:extLst>
                <a:ext uri="{FF2B5EF4-FFF2-40B4-BE49-F238E27FC236}">
                  <a16:creationId xmlns:a16="http://schemas.microsoft.com/office/drawing/2014/main" id="{15C52B01-B369-5192-9672-1098704DA9E9}"/>
                </a:ext>
              </a:extLst>
            </p:cNvPr>
            <p:cNvSpPr txBox="1"/>
            <p:nvPr/>
          </p:nvSpPr>
          <p:spPr>
            <a:xfrm>
              <a:off x="5692909" y="4906178"/>
              <a:ext cx="1004479" cy="2000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defTabSz="498439"/>
              <a:r>
                <a:rPr lang="en-US" sz="1300" dirty="0">
                  <a:solidFill>
                    <a:schemeClr val="bg1"/>
                  </a:solidFill>
                  <a:latin typeface="Arial" panose="020B0604020202020204" pitchFamily="34" charset="0"/>
                  <a:ea typeface="Inter"/>
                  <a:cs typeface="Arial" panose="020B0604020202020204" pitchFamily="34" charset="0"/>
                  <a:sym typeface="Inter"/>
                </a:rPr>
                <a:t>Machine*</a:t>
              </a:r>
            </a:p>
          </p:txBody>
        </p:sp>
        <p:sp>
          <p:nvSpPr>
            <p:cNvPr id="51" name="TextBox 9">
              <a:extLst>
                <a:ext uri="{FF2B5EF4-FFF2-40B4-BE49-F238E27FC236}">
                  <a16:creationId xmlns:a16="http://schemas.microsoft.com/office/drawing/2014/main" id="{95D8A928-7E76-A69C-B866-70B273EBF120}"/>
                </a:ext>
              </a:extLst>
            </p:cNvPr>
            <p:cNvSpPr txBox="1"/>
            <p:nvPr/>
          </p:nvSpPr>
          <p:spPr>
            <a:xfrm>
              <a:off x="5804797" y="5792503"/>
              <a:ext cx="1004479" cy="2000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defTabSz="498439"/>
              <a:r>
                <a:rPr lang="en-US" sz="1300" dirty="0">
                  <a:solidFill>
                    <a:schemeClr val="bg1"/>
                  </a:solidFill>
                  <a:latin typeface="Arial" panose="020B0604020202020204" pitchFamily="34" charset="0"/>
                  <a:ea typeface="Inter"/>
                  <a:cs typeface="Arial" panose="020B0604020202020204" pitchFamily="34" charset="0"/>
                  <a:sym typeface="Inter"/>
                </a:rPr>
                <a:t>Method*</a:t>
              </a:r>
            </a:p>
          </p:txBody>
        </p:sp>
      </p:grpSp>
      <p:sp>
        <p:nvSpPr>
          <p:cNvPr id="53" name="TextBox 9">
            <a:extLst>
              <a:ext uri="{FF2B5EF4-FFF2-40B4-BE49-F238E27FC236}">
                <a16:creationId xmlns:a16="http://schemas.microsoft.com/office/drawing/2014/main" id="{05006A69-7B8B-DF6E-D1D3-2152306E9E8E}"/>
              </a:ext>
            </a:extLst>
          </p:cNvPr>
          <p:cNvSpPr txBox="1"/>
          <p:nvPr/>
        </p:nvSpPr>
        <p:spPr>
          <a:xfrm>
            <a:off x="7311984" y="4961746"/>
            <a:ext cx="242260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98439"/>
            <a:r>
              <a:rPr lang="en-US" sz="1200" i="1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*Method and machine optimization will be the primary focus during the automation phase of Pos Logistics’ digital transformation journey.</a:t>
            </a:r>
          </a:p>
        </p:txBody>
      </p:sp>
    </p:spTree>
    <p:extLst>
      <p:ext uri="{BB962C8B-B14F-4D97-AF65-F5344CB8AC3E}">
        <p14:creationId xmlns:p14="http://schemas.microsoft.com/office/powerpoint/2010/main" val="170070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AF26-FAE7-6AEF-3602-2A048D6A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2" y="316999"/>
            <a:ext cx="10515600" cy="645527"/>
          </a:xfrm>
        </p:spPr>
        <p:txBody>
          <a:bodyPr>
            <a:normAutofit fontScale="90000"/>
          </a:bodyPr>
          <a:lstStyle/>
          <a:p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5 Levels of Document Hierarchy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54CF88-CE02-6B03-00EB-08E6B35270EC}"/>
              </a:ext>
            </a:extLst>
          </p:cNvPr>
          <p:cNvGrpSpPr/>
          <p:nvPr/>
        </p:nvGrpSpPr>
        <p:grpSpPr>
          <a:xfrm>
            <a:off x="1937989" y="1690978"/>
            <a:ext cx="9502115" cy="4359276"/>
            <a:chOff x="820209" y="1989220"/>
            <a:chExt cx="9502115" cy="43592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74974F-EA6A-E992-8B12-71DF64939564}"/>
                </a:ext>
              </a:extLst>
            </p:cNvPr>
            <p:cNvSpPr/>
            <p:nvPr/>
          </p:nvSpPr>
          <p:spPr>
            <a:xfrm>
              <a:off x="820209" y="5562432"/>
              <a:ext cx="7106653" cy="7700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3DCFCD-A556-AC8E-7973-FE9CCB753E7A}"/>
                </a:ext>
              </a:extLst>
            </p:cNvPr>
            <p:cNvSpPr/>
            <p:nvPr/>
          </p:nvSpPr>
          <p:spPr>
            <a:xfrm>
              <a:off x="820210" y="4676273"/>
              <a:ext cx="7106653" cy="7700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2B4BA27-4D7D-734B-69C0-EB9F092115EE}"/>
                </a:ext>
              </a:extLst>
            </p:cNvPr>
            <p:cNvSpPr/>
            <p:nvPr/>
          </p:nvSpPr>
          <p:spPr>
            <a:xfrm>
              <a:off x="820210" y="3769894"/>
              <a:ext cx="7106653" cy="7700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EA7D1D-95DE-8353-1EF4-0D3BD1F4E8C3}"/>
                </a:ext>
              </a:extLst>
            </p:cNvPr>
            <p:cNvSpPr/>
            <p:nvPr/>
          </p:nvSpPr>
          <p:spPr>
            <a:xfrm>
              <a:off x="820211" y="2879557"/>
              <a:ext cx="7106653" cy="7700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DCCF707-D44E-3B55-1654-89FB094C7079}"/>
                </a:ext>
              </a:extLst>
            </p:cNvPr>
            <p:cNvSpPr/>
            <p:nvPr/>
          </p:nvSpPr>
          <p:spPr>
            <a:xfrm>
              <a:off x="820213" y="2015094"/>
              <a:ext cx="6923492" cy="7700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CC3CBE-ACB9-4C56-E07B-59A69B0B3726}"/>
                </a:ext>
              </a:extLst>
            </p:cNvPr>
            <p:cNvSpPr/>
            <p:nvPr/>
          </p:nvSpPr>
          <p:spPr>
            <a:xfrm>
              <a:off x="825886" y="2077170"/>
              <a:ext cx="1976645" cy="376991"/>
            </a:xfrm>
            <a:prstGeom prst="rect">
              <a:avLst/>
            </a:prstGeom>
            <a:solidFill>
              <a:srgbClr val="147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Policy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6F8325-A1A3-7D37-3238-598F530DE5FE}"/>
                </a:ext>
              </a:extLst>
            </p:cNvPr>
            <p:cNvSpPr/>
            <p:nvPr/>
          </p:nvSpPr>
          <p:spPr>
            <a:xfrm>
              <a:off x="825886" y="2941634"/>
              <a:ext cx="1976645" cy="376991"/>
            </a:xfrm>
            <a:prstGeom prst="rect">
              <a:avLst/>
            </a:prstGeom>
            <a:solidFill>
              <a:srgbClr val="168F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SIPOC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62A86E-6B84-3B20-3540-5D6134FECCB6}"/>
                </a:ext>
              </a:extLst>
            </p:cNvPr>
            <p:cNvSpPr/>
            <p:nvPr/>
          </p:nvSpPr>
          <p:spPr>
            <a:xfrm>
              <a:off x="825888" y="3825114"/>
              <a:ext cx="1976645" cy="376991"/>
            </a:xfrm>
            <a:prstGeom prst="rect">
              <a:avLst/>
            </a:prstGeom>
            <a:solidFill>
              <a:srgbClr val="12AA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ICOR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C1E8E33-A639-6091-DD64-7CAFAF8FEEAE}"/>
                </a:ext>
              </a:extLst>
            </p:cNvPr>
            <p:cNvSpPr/>
            <p:nvPr/>
          </p:nvSpPr>
          <p:spPr>
            <a:xfrm>
              <a:off x="825888" y="4734969"/>
              <a:ext cx="1976645" cy="376991"/>
            </a:xfrm>
            <a:prstGeom prst="rect">
              <a:avLst/>
            </a:prstGeom>
            <a:solidFill>
              <a:srgbClr val="0CC6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Deployment Chart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3117981-1118-AC6D-D6CC-D2AD276FB391}"/>
                </a:ext>
              </a:extLst>
            </p:cNvPr>
            <p:cNvSpPr/>
            <p:nvPr/>
          </p:nvSpPr>
          <p:spPr>
            <a:xfrm>
              <a:off x="825888" y="5620886"/>
              <a:ext cx="1976645" cy="376991"/>
            </a:xfrm>
            <a:prstGeom prst="rect">
              <a:avLst/>
            </a:prstGeom>
            <a:solidFill>
              <a:srgbClr val="07A9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Checklist</a:t>
              </a:r>
            </a:p>
          </p:txBody>
        </p:sp>
        <p:graphicFrame>
          <p:nvGraphicFramePr>
            <p:cNvPr id="17" name="Diagram 16">
              <a:extLst>
                <a:ext uri="{FF2B5EF4-FFF2-40B4-BE49-F238E27FC236}">
                  <a16:creationId xmlns:a16="http://schemas.microsoft.com/office/drawing/2014/main" id="{EEE41291-C201-5FE8-7EA0-4B0B0B37416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96399249"/>
                </p:ext>
              </p:extLst>
            </p:nvPr>
          </p:nvGraphicFramePr>
          <p:xfrm>
            <a:off x="5197994" y="1989220"/>
            <a:ext cx="5124330" cy="435927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sp>
        <p:nvSpPr>
          <p:cNvPr id="19" name="TextBox 9">
            <a:extLst>
              <a:ext uri="{FF2B5EF4-FFF2-40B4-BE49-F238E27FC236}">
                <a16:creationId xmlns:a16="http://schemas.microsoft.com/office/drawing/2014/main" id="{4255F057-3E84-2B49-F225-AAF5563D3CD3}"/>
              </a:ext>
            </a:extLst>
          </p:cNvPr>
          <p:cNvSpPr txBox="1"/>
          <p:nvPr/>
        </p:nvSpPr>
        <p:spPr>
          <a:xfrm>
            <a:off x="4058376" y="1810830"/>
            <a:ext cx="438654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defTabSz="498439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Communicate organization’s culture, values, and philosophy.</a:t>
            </a:r>
          </a:p>
          <a:p>
            <a:pPr marL="285750" indent="-285750" defTabSz="498439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Cover expectation of employers from the employees and vice versa.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CC442E29-C575-E533-9094-64782C654685}"/>
              </a:ext>
            </a:extLst>
          </p:cNvPr>
          <p:cNvSpPr txBox="1"/>
          <p:nvPr/>
        </p:nvSpPr>
        <p:spPr>
          <a:xfrm>
            <a:off x="4058376" y="2655964"/>
            <a:ext cx="424430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defTabSz="498439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A comprehensive overview of a process, its key components, and the stakeholders involved.</a:t>
            </a:r>
          </a:p>
          <a:p>
            <a:pPr marL="285750" indent="-285750" defTabSz="498439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Supplier, Input, Process, Output, Customer.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A46D1439-9E1E-9727-3FB1-11B7C0BC4C35}"/>
              </a:ext>
            </a:extLst>
          </p:cNvPr>
          <p:cNvSpPr txBox="1"/>
          <p:nvPr/>
        </p:nvSpPr>
        <p:spPr>
          <a:xfrm>
            <a:off x="4058376" y="3552631"/>
            <a:ext cx="352294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defTabSz="498439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More detailed continuation of SIPOC, deeper and more understandable sub-processes</a:t>
            </a:r>
          </a:p>
          <a:p>
            <a:pPr marL="285750" indent="-285750" defTabSz="498439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Input, Control, Output, Resources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C470E29E-FFD2-E768-976E-C983EB356200}"/>
              </a:ext>
            </a:extLst>
          </p:cNvPr>
          <p:cNvSpPr txBox="1"/>
          <p:nvPr/>
        </p:nvSpPr>
        <p:spPr>
          <a:xfrm>
            <a:off x="4058376" y="4462960"/>
            <a:ext cx="2943829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defTabSz="498439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Visual illustration of ICOR in </a:t>
            </a:r>
            <a:r>
              <a:rPr lang="en-US" sz="1200" dirty="0" err="1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swimlanes</a:t>
            </a:r>
            <a:r>
              <a:rPr lang="en-US" sz="12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format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BB510A24-0943-A92D-36B7-6EF6D70B7A10}"/>
              </a:ext>
            </a:extLst>
          </p:cNvPr>
          <p:cNvSpPr txBox="1"/>
          <p:nvPr/>
        </p:nvSpPr>
        <p:spPr>
          <a:xfrm>
            <a:off x="4058376" y="5357351"/>
            <a:ext cx="2617175" cy="376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defTabSz="498439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Often suitable for operators and </a:t>
            </a:r>
            <a:r>
              <a:rPr lang="en-US" sz="1200" dirty="0" err="1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labours</a:t>
            </a:r>
            <a:endParaRPr lang="en-US" sz="1200" dirty="0"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1EFB9B8A-D24F-0565-883B-0F8A59CAA432}"/>
              </a:ext>
            </a:extLst>
          </p:cNvPr>
          <p:cNvSpPr txBox="1"/>
          <p:nvPr/>
        </p:nvSpPr>
        <p:spPr>
          <a:xfrm>
            <a:off x="777784" y="1010884"/>
            <a:ext cx="10317651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98439"/>
            <a:r>
              <a:rPr lang="en-US" sz="16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Business process mapping is conducted from Level 2 (SIPOC) through Level 4 (Deployment Chart), progressively increasing the level of detail to clearly define, </a:t>
            </a:r>
            <a:r>
              <a:rPr lang="en-US" sz="1600" dirty="0" err="1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analyse</a:t>
            </a:r>
            <a:r>
              <a:rPr lang="en-US" sz="16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, and </a:t>
            </a:r>
            <a:r>
              <a:rPr lang="en-US" sz="1600" dirty="0" err="1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standardise</a:t>
            </a:r>
            <a:r>
              <a:rPr lang="en-US" sz="16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organizational processes.</a:t>
            </a:r>
          </a:p>
        </p:txBody>
      </p:sp>
      <p:sp>
        <p:nvSpPr>
          <p:cNvPr id="35" name="TextBox 9">
            <a:extLst>
              <a:ext uri="{FF2B5EF4-FFF2-40B4-BE49-F238E27FC236}">
                <a16:creationId xmlns:a16="http://schemas.microsoft.com/office/drawing/2014/main" id="{5C9EDC5F-C57B-25BA-A5AE-1E3CC9913605}"/>
              </a:ext>
            </a:extLst>
          </p:cNvPr>
          <p:cNvSpPr txBox="1"/>
          <p:nvPr/>
        </p:nvSpPr>
        <p:spPr>
          <a:xfrm>
            <a:off x="549766" y="4478177"/>
            <a:ext cx="1494419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98439"/>
            <a:r>
              <a:rPr lang="en-US" sz="1600" b="1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Business Process Mapping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CD1E2F4-F9D4-F08E-E6FB-D8CB580EE5CC}"/>
              </a:ext>
            </a:extLst>
          </p:cNvPr>
          <p:cNvSpPr/>
          <p:nvPr/>
        </p:nvSpPr>
        <p:spPr>
          <a:xfrm>
            <a:off x="1659988" y="2512748"/>
            <a:ext cx="9339853" cy="2696072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2" name="Graphic 41" descr="Line arrow: Clockwise curve with solid fill">
            <a:extLst>
              <a:ext uri="{FF2B5EF4-FFF2-40B4-BE49-F238E27FC236}">
                <a16:creationId xmlns:a16="http://schemas.microsoft.com/office/drawing/2014/main" id="{F5C049C5-6265-AFD7-A76D-1AB8D3023D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59732" flipV="1">
            <a:off x="891784" y="356965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23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3D3C4E-0028-4ED7-085E-5FDED08B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411"/>
            <a:ext cx="10515600" cy="645527"/>
          </a:xfrm>
        </p:spPr>
        <p:txBody>
          <a:bodyPr>
            <a:normAutofit fontScale="90000"/>
          </a:bodyPr>
          <a:lstStyle/>
          <a:p>
            <a:pPr algn="ctr"/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Steps in Business Process Mapping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64EE98-26C0-BA22-5EBA-6148B81EDC2D}"/>
              </a:ext>
            </a:extLst>
          </p:cNvPr>
          <p:cNvSpPr/>
          <p:nvPr/>
        </p:nvSpPr>
        <p:spPr>
          <a:xfrm>
            <a:off x="1863525" y="2523281"/>
            <a:ext cx="1909823" cy="1157468"/>
          </a:xfrm>
          <a:prstGeom prst="rect">
            <a:avLst/>
          </a:prstGeom>
          <a:solidFill>
            <a:srgbClr val="168F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Departmental Prescriptions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ED970-723A-279D-6DB0-930B2E4E7FE9}"/>
              </a:ext>
            </a:extLst>
          </p:cNvPr>
          <p:cNvSpPr/>
          <p:nvPr/>
        </p:nvSpPr>
        <p:spPr>
          <a:xfrm>
            <a:off x="4099368" y="2523281"/>
            <a:ext cx="1909823" cy="1157468"/>
          </a:xfrm>
          <a:prstGeom prst="rect">
            <a:avLst/>
          </a:prstGeom>
          <a:solidFill>
            <a:srgbClr val="12AA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SIPOC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84785-41CE-F743-3DE0-0F1E889DA7CE}"/>
              </a:ext>
            </a:extLst>
          </p:cNvPr>
          <p:cNvSpPr/>
          <p:nvPr/>
        </p:nvSpPr>
        <p:spPr>
          <a:xfrm>
            <a:off x="6335211" y="2523281"/>
            <a:ext cx="1909823" cy="1157468"/>
          </a:xfrm>
          <a:prstGeom prst="rect">
            <a:avLst/>
          </a:prstGeom>
          <a:solidFill>
            <a:srgbClr val="0CC6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E85B7F-C1F0-1948-011F-C8B5F75BAF75}"/>
              </a:ext>
            </a:extLst>
          </p:cNvPr>
          <p:cNvSpPr/>
          <p:nvPr/>
        </p:nvSpPr>
        <p:spPr>
          <a:xfrm>
            <a:off x="8571054" y="2523281"/>
            <a:ext cx="1909823" cy="1157468"/>
          </a:xfrm>
          <a:prstGeom prst="rect">
            <a:avLst/>
          </a:prstGeom>
          <a:solidFill>
            <a:srgbClr val="07A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 Chart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3EE50DC-652B-38D2-370B-476123FCFA6D}"/>
              </a:ext>
            </a:extLst>
          </p:cNvPr>
          <p:cNvGrpSpPr/>
          <p:nvPr/>
        </p:nvGrpSpPr>
        <p:grpSpPr>
          <a:xfrm>
            <a:off x="3657601" y="2837244"/>
            <a:ext cx="578734" cy="529542"/>
            <a:chOff x="3576577" y="3346531"/>
            <a:chExt cx="578734" cy="52954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28F113C-E299-4EB7-C363-D2AFFF8253F2}"/>
                </a:ext>
              </a:extLst>
            </p:cNvPr>
            <p:cNvSpPr/>
            <p:nvPr/>
          </p:nvSpPr>
          <p:spPr>
            <a:xfrm>
              <a:off x="3576577" y="3346531"/>
              <a:ext cx="578734" cy="5295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Flowchart: Extract 9">
              <a:extLst>
                <a:ext uri="{FF2B5EF4-FFF2-40B4-BE49-F238E27FC236}">
                  <a16:creationId xmlns:a16="http://schemas.microsoft.com/office/drawing/2014/main" id="{12481068-6944-FDC4-23E3-21BE1F6D01CE}"/>
                </a:ext>
              </a:extLst>
            </p:cNvPr>
            <p:cNvSpPr/>
            <p:nvPr/>
          </p:nvSpPr>
          <p:spPr>
            <a:xfrm rot="5400000">
              <a:off x="3756225" y="3499657"/>
              <a:ext cx="313964" cy="210274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3EF9BD-3EED-0591-BFAE-FD567B651255}"/>
              </a:ext>
            </a:extLst>
          </p:cNvPr>
          <p:cNvGrpSpPr/>
          <p:nvPr/>
        </p:nvGrpSpPr>
        <p:grpSpPr>
          <a:xfrm>
            <a:off x="5882834" y="2830736"/>
            <a:ext cx="578734" cy="529542"/>
            <a:chOff x="3576577" y="3346531"/>
            <a:chExt cx="578734" cy="52954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68E3D9B-334D-0A66-3820-5800F6C80F1A}"/>
                </a:ext>
              </a:extLst>
            </p:cNvPr>
            <p:cNvSpPr/>
            <p:nvPr/>
          </p:nvSpPr>
          <p:spPr>
            <a:xfrm>
              <a:off x="3576577" y="3346531"/>
              <a:ext cx="578734" cy="5295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4" name="Flowchart: Extract 13">
              <a:extLst>
                <a:ext uri="{FF2B5EF4-FFF2-40B4-BE49-F238E27FC236}">
                  <a16:creationId xmlns:a16="http://schemas.microsoft.com/office/drawing/2014/main" id="{F4A97170-E8D0-DBD4-7F03-2ACE13577CAB}"/>
                </a:ext>
              </a:extLst>
            </p:cNvPr>
            <p:cNvSpPr/>
            <p:nvPr/>
          </p:nvSpPr>
          <p:spPr>
            <a:xfrm rot="5400000">
              <a:off x="3756225" y="3499657"/>
              <a:ext cx="313964" cy="210274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2BD65F-9304-5B5A-2920-97AB654BEABD}"/>
              </a:ext>
            </a:extLst>
          </p:cNvPr>
          <p:cNvGrpSpPr/>
          <p:nvPr/>
        </p:nvGrpSpPr>
        <p:grpSpPr>
          <a:xfrm>
            <a:off x="8120606" y="2837244"/>
            <a:ext cx="578734" cy="529542"/>
            <a:chOff x="3576577" y="3346531"/>
            <a:chExt cx="578734" cy="52954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17AF034-C91D-4691-5982-0B486F3D8965}"/>
                </a:ext>
              </a:extLst>
            </p:cNvPr>
            <p:cNvSpPr/>
            <p:nvPr/>
          </p:nvSpPr>
          <p:spPr>
            <a:xfrm>
              <a:off x="3576577" y="3346531"/>
              <a:ext cx="578734" cy="5295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7" name="Flowchart: Extract 16">
              <a:extLst>
                <a:ext uri="{FF2B5EF4-FFF2-40B4-BE49-F238E27FC236}">
                  <a16:creationId xmlns:a16="http://schemas.microsoft.com/office/drawing/2014/main" id="{44CDEF63-B1D2-A83B-DDA7-2A62977237FC}"/>
                </a:ext>
              </a:extLst>
            </p:cNvPr>
            <p:cNvSpPr/>
            <p:nvPr/>
          </p:nvSpPr>
          <p:spPr>
            <a:xfrm rot="5400000">
              <a:off x="3756225" y="3499657"/>
              <a:ext cx="313964" cy="210274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8" name="TextBox 9">
            <a:extLst>
              <a:ext uri="{FF2B5EF4-FFF2-40B4-BE49-F238E27FC236}">
                <a16:creationId xmlns:a16="http://schemas.microsoft.com/office/drawing/2014/main" id="{985E1BC2-EC34-7EDC-F00B-01FD7D158415}"/>
              </a:ext>
            </a:extLst>
          </p:cNvPr>
          <p:cNvSpPr txBox="1"/>
          <p:nvPr/>
        </p:nvSpPr>
        <p:spPr>
          <a:xfrm>
            <a:off x="2001135" y="3854659"/>
            <a:ext cx="1494419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defTabSz="498439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Key Objective</a:t>
            </a:r>
          </a:p>
          <a:p>
            <a:pPr marL="285750" indent="-285750" defTabSz="498439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Key Result Indicators (KRI)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4F9ECFB-6B3C-36A2-C9D3-4A2C84BB19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679" b="53089"/>
          <a:stretch>
            <a:fillRect/>
          </a:stretch>
        </p:blipFill>
        <p:spPr>
          <a:xfrm>
            <a:off x="5148956" y="4265274"/>
            <a:ext cx="2781150" cy="2592726"/>
          </a:xfrm>
          <a:prstGeom prst="rect">
            <a:avLst/>
          </a:prstGeom>
        </p:spPr>
      </p:pic>
      <p:pic>
        <p:nvPicPr>
          <p:cNvPr id="1026" name="Picture 2" descr="Formal man Vectors - Download Free High-Quality Vectors from Freepik |  Freepik">
            <a:extLst>
              <a:ext uri="{FF2B5EF4-FFF2-40B4-BE49-F238E27FC236}">
                <a16:creationId xmlns:a16="http://schemas.microsoft.com/office/drawing/2014/main" id="{9EEFA4CB-F09E-3AF5-48FF-ABC9D40AF2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7" b="52669"/>
          <a:stretch>
            <a:fillRect/>
          </a:stretch>
        </p:blipFill>
        <p:spPr bwMode="auto">
          <a:xfrm>
            <a:off x="7812909" y="4276849"/>
            <a:ext cx="2554573" cy="259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328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AEF6402-D0D4-1A21-0A43-AE919C6BD6B3}"/>
              </a:ext>
            </a:extLst>
          </p:cNvPr>
          <p:cNvSpPr/>
          <p:nvPr/>
        </p:nvSpPr>
        <p:spPr>
          <a:xfrm>
            <a:off x="0" y="339523"/>
            <a:ext cx="8843058" cy="841096"/>
          </a:xfrm>
          <a:prstGeom prst="rect">
            <a:avLst/>
          </a:prstGeom>
          <a:solidFill>
            <a:srgbClr val="168F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MY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Departmental Prescriptions</a:t>
            </a:r>
            <a:endParaRPr lang="en-MY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A725CA-DEAA-80D4-A5CA-69EF3579EDD7}"/>
              </a:ext>
            </a:extLst>
          </p:cNvPr>
          <p:cNvSpPr/>
          <p:nvPr/>
        </p:nvSpPr>
        <p:spPr>
          <a:xfrm>
            <a:off x="289368" y="501085"/>
            <a:ext cx="578734" cy="52954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D99D53-162E-5E71-C724-C85D5774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351098"/>
            <a:ext cx="428260" cy="841096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F0C34A-CB69-0DFC-3BBA-2ECBC96C586A}"/>
              </a:ext>
            </a:extLst>
          </p:cNvPr>
          <p:cNvSpPr/>
          <p:nvPr/>
        </p:nvSpPr>
        <p:spPr>
          <a:xfrm>
            <a:off x="710786" y="1551558"/>
            <a:ext cx="5090246" cy="224488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9D66BCC-F35C-D8DA-5FEF-D757C40E8FFB}"/>
              </a:ext>
            </a:extLst>
          </p:cNvPr>
          <p:cNvSpPr txBox="1">
            <a:spLocks/>
          </p:cNvSpPr>
          <p:nvPr/>
        </p:nvSpPr>
        <p:spPr>
          <a:xfrm>
            <a:off x="892060" y="1674213"/>
            <a:ext cx="4742631" cy="20927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MY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Objective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MY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MY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identify key objective?</a:t>
            </a:r>
          </a:p>
          <a:p>
            <a:pPr lvl="1"/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Links directly to business or strategic outcomes</a:t>
            </a:r>
          </a:p>
          <a:p>
            <a:pPr lvl="1"/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clear, specific, and outcome-focused</a:t>
            </a:r>
          </a:p>
          <a:p>
            <a:pPr lvl="1"/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Avoids listing daily tasks</a:t>
            </a:r>
          </a:p>
          <a:p>
            <a:pPr lvl="1"/>
            <a:endParaRPr lang="en-MY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MY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sentence that define the significance of your department exists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MY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B7F2B6-6C24-C876-9C3D-528B8E17C407}"/>
              </a:ext>
            </a:extLst>
          </p:cNvPr>
          <p:cNvCxnSpPr/>
          <p:nvPr/>
        </p:nvCxnSpPr>
        <p:spPr>
          <a:xfrm>
            <a:off x="3180474" y="1786367"/>
            <a:ext cx="261486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06A82E-9124-D9FE-8EF0-8B5BAB1CEFB1}"/>
              </a:ext>
            </a:extLst>
          </p:cNvPr>
          <p:cNvSpPr/>
          <p:nvPr/>
        </p:nvSpPr>
        <p:spPr>
          <a:xfrm>
            <a:off x="6076334" y="1551558"/>
            <a:ext cx="5090246" cy="2244886"/>
          </a:xfrm>
          <a:prstGeom prst="roundRect">
            <a:avLst/>
          </a:prstGeom>
          <a:solidFill>
            <a:srgbClr val="0BB5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0BA02D2-FA4B-3C0A-C871-1B4D8AC680B0}"/>
              </a:ext>
            </a:extLst>
          </p:cNvPr>
          <p:cNvSpPr txBox="1">
            <a:spLocks/>
          </p:cNvSpPr>
          <p:nvPr/>
        </p:nvSpPr>
        <p:spPr>
          <a:xfrm>
            <a:off x="6250141" y="1644717"/>
            <a:ext cx="4742631" cy="212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MY" sz="1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Result Indicators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MY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MY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 of thumb is KRIs should not be more than 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good Key Result should answer all three:</a:t>
            </a:r>
          </a:p>
          <a:p>
            <a:pPr lvl="1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we measure it?</a:t>
            </a:r>
          </a:p>
          <a:p>
            <a:pPr lvl="1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when?</a:t>
            </a:r>
          </a:p>
          <a:p>
            <a:pPr lvl="1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business problem does it solve?</a:t>
            </a:r>
            <a:endParaRPr lang="en-MY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Y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Y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3F8FD4-8AF5-D3A0-3DD2-0D373D6360F3}"/>
              </a:ext>
            </a:extLst>
          </p:cNvPr>
          <p:cNvCxnSpPr>
            <a:cxnSpLocks/>
          </p:cNvCxnSpPr>
          <p:nvPr/>
        </p:nvCxnSpPr>
        <p:spPr>
          <a:xfrm>
            <a:off x="9094839" y="1766702"/>
            <a:ext cx="20660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518A83F-BEA1-F049-24B1-70405AEB8991}"/>
              </a:ext>
            </a:extLst>
          </p:cNvPr>
          <p:cNvGrpSpPr/>
          <p:nvPr/>
        </p:nvGrpSpPr>
        <p:grpSpPr>
          <a:xfrm>
            <a:off x="787079" y="3943930"/>
            <a:ext cx="5090245" cy="1149496"/>
            <a:chOff x="787079" y="3943930"/>
            <a:chExt cx="5090245" cy="114949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1AF94AF-2132-D4D7-8117-A1919B15FB7A}"/>
                </a:ext>
              </a:extLst>
            </p:cNvPr>
            <p:cNvGrpSpPr/>
            <p:nvPr/>
          </p:nvGrpSpPr>
          <p:grpSpPr>
            <a:xfrm>
              <a:off x="868102" y="3943930"/>
              <a:ext cx="3261445" cy="366833"/>
              <a:chOff x="868102" y="3796446"/>
              <a:chExt cx="3261445" cy="366833"/>
            </a:xfrm>
          </p:grpSpPr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EE1A82A0-E4F9-56B4-AA16-6F70FBBC7A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7520" y="3837395"/>
                <a:ext cx="2812027" cy="32588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MY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Good example (HR Dept): </a:t>
                </a:r>
              </a:p>
            </p:txBody>
          </p:sp>
          <p:sp>
            <p:nvSpPr>
              <p:cNvPr id="3" name="Flowchart: Connector 2">
                <a:extLst>
                  <a:ext uri="{FF2B5EF4-FFF2-40B4-BE49-F238E27FC236}">
                    <a16:creationId xmlns:a16="http://schemas.microsoft.com/office/drawing/2014/main" id="{A5F36153-F93D-4136-95AF-373CADFCD4EA}"/>
                  </a:ext>
                </a:extLst>
              </p:cNvPr>
              <p:cNvSpPr/>
              <p:nvPr/>
            </p:nvSpPr>
            <p:spPr>
              <a:xfrm>
                <a:off x="868102" y="3796446"/>
                <a:ext cx="328261" cy="325884"/>
              </a:xfrm>
              <a:prstGeom prst="flowChartConnector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sz="3200" dirty="0"/>
                  <a:t>✔️</a:t>
                </a:r>
                <a:endParaRPr lang="en-MY" sz="4000" dirty="0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27618EF-BABC-2133-21F3-A0B43AC70A7E}"/>
                </a:ext>
              </a:extLst>
            </p:cNvPr>
            <p:cNvSpPr txBox="1"/>
            <p:nvPr/>
          </p:nvSpPr>
          <p:spPr>
            <a:xfrm>
              <a:off x="787079" y="4354762"/>
              <a:ext cx="509024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To ensure the organization has the right talent, capability, and workforce structure to support business growth and operational sustainability.</a:t>
              </a:r>
              <a:endParaRPr lang="en-MY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E52AE0-AEFE-51F1-B681-CCA6AE51235D}"/>
              </a:ext>
            </a:extLst>
          </p:cNvPr>
          <p:cNvGrpSpPr/>
          <p:nvPr/>
        </p:nvGrpSpPr>
        <p:grpSpPr>
          <a:xfrm>
            <a:off x="787079" y="5306442"/>
            <a:ext cx="5008258" cy="992749"/>
            <a:chOff x="787079" y="5306442"/>
            <a:chExt cx="5008258" cy="99274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A3CF3BD-4659-48C3-F362-6D1BFDED1AC5}"/>
                </a:ext>
              </a:extLst>
            </p:cNvPr>
            <p:cNvGrpSpPr/>
            <p:nvPr/>
          </p:nvGrpSpPr>
          <p:grpSpPr>
            <a:xfrm>
              <a:off x="868102" y="5306442"/>
              <a:ext cx="2299971" cy="641451"/>
              <a:chOff x="6296128" y="5322759"/>
              <a:chExt cx="2299971" cy="641451"/>
            </a:xfrm>
          </p:grpSpPr>
          <p:sp>
            <p:nvSpPr>
              <p:cNvPr id="4" name="Flowchart: Connector 3">
                <a:extLst>
                  <a:ext uri="{FF2B5EF4-FFF2-40B4-BE49-F238E27FC236}">
                    <a16:creationId xmlns:a16="http://schemas.microsoft.com/office/drawing/2014/main" id="{C0262A44-54F2-FE5C-7F57-DA1B9BD28E03}"/>
                  </a:ext>
                </a:extLst>
              </p:cNvPr>
              <p:cNvSpPr/>
              <p:nvPr/>
            </p:nvSpPr>
            <p:spPr>
              <a:xfrm>
                <a:off x="6296128" y="5322759"/>
                <a:ext cx="328261" cy="325884"/>
              </a:xfrm>
              <a:prstGeom prst="flowChartConnector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sz="3000" dirty="0"/>
                  <a:t>❌</a:t>
                </a:r>
              </a:p>
            </p:txBody>
          </p:sp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F8F1411-6A2F-B041-DC92-521CF0FE71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16459" y="5333073"/>
                <a:ext cx="1779640" cy="6311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MY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Bad example: </a:t>
                </a:r>
              </a:p>
            </p:txBody>
          </p:sp>
        </p:grpSp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408AC9D6-990A-F1A7-9ED0-32A9B1C30A53}"/>
                </a:ext>
              </a:extLst>
            </p:cNvPr>
            <p:cNvSpPr txBox="1">
              <a:spLocks/>
            </p:cNvSpPr>
            <p:nvPr/>
          </p:nvSpPr>
          <p:spPr>
            <a:xfrm>
              <a:off x="787079" y="5733702"/>
              <a:ext cx="5008258" cy="3258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MY" sz="1400" dirty="0">
                  <a:latin typeface="Arial" panose="020B0604020202020204" pitchFamily="34" charset="0"/>
                  <a:cs typeface="Arial" panose="020B0604020202020204" pitchFamily="34" charset="0"/>
                </a:rPr>
                <a:t>To manage and support staff matters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49E44E-7B39-5C3E-DE98-9A553A4BB7B8}"/>
                </a:ext>
              </a:extLst>
            </p:cNvPr>
            <p:cNvSpPr txBox="1"/>
            <p:nvPr/>
          </p:nvSpPr>
          <p:spPr>
            <a:xfrm>
              <a:off x="796911" y="5991414"/>
              <a:ext cx="392257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Too general, task-based, no business impact.</a:t>
              </a:r>
              <a:endParaRPr lang="en-MY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933855-0E40-DCB2-33E4-298071FEA263}"/>
              </a:ext>
            </a:extLst>
          </p:cNvPr>
          <p:cNvGrpSpPr/>
          <p:nvPr/>
        </p:nvGrpSpPr>
        <p:grpSpPr>
          <a:xfrm>
            <a:off x="6141986" y="3922138"/>
            <a:ext cx="5154780" cy="934052"/>
            <a:chOff x="787079" y="3943930"/>
            <a:chExt cx="5154780" cy="93405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9DCC106-CDE6-7D99-CD44-3EF9529F0ED2}"/>
                </a:ext>
              </a:extLst>
            </p:cNvPr>
            <p:cNvGrpSpPr/>
            <p:nvPr/>
          </p:nvGrpSpPr>
          <p:grpSpPr>
            <a:xfrm>
              <a:off x="868102" y="3943930"/>
              <a:ext cx="3261445" cy="366833"/>
              <a:chOff x="868102" y="3796446"/>
              <a:chExt cx="3261445" cy="366833"/>
            </a:xfrm>
          </p:grpSpPr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DE0F9636-BE2B-04A9-7489-A07B39725C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7520" y="3837395"/>
                <a:ext cx="2812027" cy="32588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MY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Good example (HR Dept): </a:t>
                </a:r>
              </a:p>
            </p:txBody>
          </p:sp>
          <p:sp>
            <p:nvSpPr>
              <p:cNvPr id="28" name="Flowchart: Connector 27">
                <a:extLst>
                  <a:ext uri="{FF2B5EF4-FFF2-40B4-BE49-F238E27FC236}">
                    <a16:creationId xmlns:a16="http://schemas.microsoft.com/office/drawing/2014/main" id="{B2F90F39-BCB8-49B7-861B-A0649731A122}"/>
                  </a:ext>
                </a:extLst>
              </p:cNvPr>
              <p:cNvSpPr/>
              <p:nvPr/>
            </p:nvSpPr>
            <p:spPr>
              <a:xfrm>
                <a:off x="868102" y="3796446"/>
                <a:ext cx="328261" cy="325884"/>
              </a:xfrm>
              <a:prstGeom prst="flowChartConnector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sz="3200" dirty="0"/>
                  <a:t>✔️</a:t>
                </a:r>
                <a:endParaRPr lang="en-MY" sz="4000" dirty="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86A192A-9DF2-954B-B7A8-6514C7BF2FEE}"/>
                </a:ext>
              </a:extLst>
            </p:cNvPr>
            <p:cNvSpPr txBox="1"/>
            <p:nvPr/>
          </p:nvSpPr>
          <p:spPr>
            <a:xfrm>
              <a:off x="787079" y="4354762"/>
              <a:ext cx="51547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Reduce critical role vacancy time from 90 days to 60 days by Q4.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7D3D43-FD52-7141-5DDA-FAB488A2AF40}"/>
              </a:ext>
            </a:extLst>
          </p:cNvPr>
          <p:cNvGrpSpPr/>
          <p:nvPr/>
        </p:nvGrpSpPr>
        <p:grpSpPr>
          <a:xfrm>
            <a:off x="6141986" y="5225653"/>
            <a:ext cx="5008258" cy="1208192"/>
            <a:chOff x="787079" y="5306442"/>
            <a:chExt cx="5008258" cy="120819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A60A81E-79BA-62B8-67C3-17A7F8EF2014}"/>
                </a:ext>
              </a:extLst>
            </p:cNvPr>
            <p:cNvGrpSpPr/>
            <p:nvPr/>
          </p:nvGrpSpPr>
          <p:grpSpPr>
            <a:xfrm>
              <a:off x="868102" y="5306442"/>
              <a:ext cx="2299971" cy="641451"/>
              <a:chOff x="6296128" y="5322759"/>
              <a:chExt cx="2299971" cy="641451"/>
            </a:xfrm>
          </p:grpSpPr>
          <p:sp>
            <p:nvSpPr>
              <p:cNvPr id="33" name="Flowchart: Connector 32">
                <a:extLst>
                  <a:ext uri="{FF2B5EF4-FFF2-40B4-BE49-F238E27FC236}">
                    <a16:creationId xmlns:a16="http://schemas.microsoft.com/office/drawing/2014/main" id="{8908DE9E-1291-EEA8-4323-6379F3F853D2}"/>
                  </a:ext>
                </a:extLst>
              </p:cNvPr>
              <p:cNvSpPr/>
              <p:nvPr/>
            </p:nvSpPr>
            <p:spPr>
              <a:xfrm>
                <a:off x="6296128" y="5322759"/>
                <a:ext cx="328261" cy="325884"/>
              </a:xfrm>
              <a:prstGeom prst="flowChartConnector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sz="3000" dirty="0"/>
                  <a:t>❌</a:t>
                </a:r>
              </a:p>
            </p:txBody>
          </p:sp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A727A547-F10C-4086-E312-E37F293954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16459" y="5333073"/>
                <a:ext cx="1779640" cy="6311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MY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Bad example: </a:t>
                </a:r>
              </a:p>
            </p:txBody>
          </p:sp>
        </p:grpSp>
        <p:sp>
          <p:nvSpPr>
            <p:cNvPr id="31" name="Content Placeholder 2">
              <a:extLst>
                <a:ext uri="{FF2B5EF4-FFF2-40B4-BE49-F238E27FC236}">
                  <a16:creationId xmlns:a16="http://schemas.microsoft.com/office/drawing/2014/main" id="{025FC744-5E20-BB11-E09D-A107E2F671EA}"/>
                </a:ext>
              </a:extLst>
            </p:cNvPr>
            <p:cNvSpPr txBox="1">
              <a:spLocks/>
            </p:cNvSpPr>
            <p:nvPr/>
          </p:nvSpPr>
          <p:spPr>
            <a:xfrm>
              <a:off x="787079" y="5733702"/>
              <a:ext cx="5008258" cy="3258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MY" sz="1400" dirty="0">
                  <a:latin typeface="Arial" panose="020B0604020202020204" pitchFamily="34" charset="0"/>
                  <a:cs typeface="Arial" panose="020B0604020202020204" pitchFamily="34" charset="0"/>
                </a:rPr>
                <a:t>Conduct more training sessions</a:t>
              </a:r>
            </a:p>
            <a:p>
              <a:pPr marL="0" indent="0">
                <a:buNone/>
              </a:pPr>
              <a:endParaRPr lang="en-MY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24D8AEC-BC29-B2BE-BD9E-11C9442FAF31}"/>
                </a:ext>
              </a:extLst>
            </p:cNvPr>
            <p:cNvSpPr txBox="1"/>
            <p:nvPr/>
          </p:nvSpPr>
          <p:spPr>
            <a:xfrm>
              <a:off x="796911" y="5991414"/>
              <a:ext cx="392257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Activity-based, not outcome-based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MY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Too vague, no metric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1220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4D687A-685A-3DED-C180-A29D55FB1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255" y="1677515"/>
            <a:ext cx="6173511" cy="34569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9CBA704-FBD6-E2D5-C29F-51EEEC9E21C3}"/>
              </a:ext>
            </a:extLst>
          </p:cNvPr>
          <p:cNvSpPr/>
          <p:nvPr/>
        </p:nvSpPr>
        <p:spPr>
          <a:xfrm>
            <a:off x="0" y="339523"/>
            <a:ext cx="8843058" cy="841096"/>
          </a:xfrm>
          <a:prstGeom prst="rect">
            <a:avLst/>
          </a:prstGeom>
          <a:solidFill>
            <a:srgbClr val="12AA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MY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SIPOC</a:t>
            </a:r>
            <a:endParaRPr lang="en-MY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169487-3A26-5D5E-7B69-2B0300F48A6C}"/>
              </a:ext>
            </a:extLst>
          </p:cNvPr>
          <p:cNvSpPr/>
          <p:nvPr/>
        </p:nvSpPr>
        <p:spPr>
          <a:xfrm>
            <a:off x="289368" y="501085"/>
            <a:ext cx="578734" cy="52954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9E573F-BBC1-B398-AF68-4175E50C2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351098"/>
            <a:ext cx="428260" cy="841096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BB73DA7-A95A-59DF-36D7-3CA8F820D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234" y="1677514"/>
            <a:ext cx="4821619" cy="44826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MY" sz="1800" u="sng" dirty="0">
                <a:latin typeface="Arial" panose="020B0604020202020204" pitchFamily="34" charset="0"/>
                <a:cs typeface="Arial" panose="020B0604020202020204" pitchFamily="34" charset="0"/>
              </a:rPr>
              <a:t>1. Start preparing a SIPOC diagram</a:t>
            </a: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C (Customers) : 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Who are your customers? (list 			both internal &amp; external 			parties)</a:t>
            </a:r>
          </a:p>
          <a:p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O (Output)        : 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What do your customers want?</a:t>
            </a:r>
          </a:p>
          <a:p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P (Process)      : 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How do you deliver the output? 		(key processes involved in the 		value chain)</a:t>
            </a:r>
          </a:p>
          <a:p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I (Input)             : 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What are the material you 			need?</a:t>
            </a:r>
          </a:p>
          <a:p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S (Supplier)      : 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Who supply your material/ 			information?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9AD07939-DF3A-5CFB-CAC5-333BC68B5EC9}"/>
              </a:ext>
            </a:extLst>
          </p:cNvPr>
          <p:cNvSpPr txBox="1"/>
          <p:nvPr/>
        </p:nvSpPr>
        <p:spPr>
          <a:xfrm rot="20375517">
            <a:off x="7297408" y="3121224"/>
            <a:ext cx="309129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498439"/>
            <a:r>
              <a:rPr lang="en-US" sz="4000" b="1" dirty="0">
                <a:solidFill>
                  <a:srgbClr val="C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689568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E9840-5FC1-5099-1C90-B7F5231B9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7D4461-DBE2-2F72-B9E6-79BA85860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255" y="1775337"/>
            <a:ext cx="6209034" cy="34569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7A66892-9848-35CF-C4BA-67314B237103}"/>
              </a:ext>
            </a:extLst>
          </p:cNvPr>
          <p:cNvSpPr/>
          <p:nvPr/>
        </p:nvSpPr>
        <p:spPr>
          <a:xfrm>
            <a:off x="0" y="339523"/>
            <a:ext cx="8843058" cy="841096"/>
          </a:xfrm>
          <a:prstGeom prst="rect">
            <a:avLst/>
          </a:prstGeom>
          <a:solidFill>
            <a:srgbClr val="0CC6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MY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ICOR</a:t>
            </a:r>
            <a:endParaRPr lang="en-MY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A8651C-47F7-B42C-D6F5-42EE25CF5A14}"/>
              </a:ext>
            </a:extLst>
          </p:cNvPr>
          <p:cNvSpPr/>
          <p:nvPr/>
        </p:nvSpPr>
        <p:spPr>
          <a:xfrm>
            <a:off x="289368" y="501085"/>
            <a:ext cx="578734" cy="52954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0B52F07-F224-138C-1357-8B946BDC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351098"/>
            <a:ext cx="428260" cy="841096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E41DBA1-7AAD-F701-3B84-4629368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234" y="2388438"/>
            <a:ext cx="4821619" cy="3968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1800" u="sng" dirty="0">
                <a:latin typeface="Arial" panose="020B0604020202020204" pitchFamily="34" charset="0"/>
                <a:cs typeface="Arial" panose="020B0604020202020204" pitchFamily="34" charset="0"/>
              </a:rPr>
              <a:t>2. Start preparing a ICOR diagram</a:t>
            </a: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I (Input)            : 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What are material/information 			do you need?</a:t>
            </a:r>
          </a:p>
          <a:p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C (Control)       : 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What reference/documents 			do you use?</a:t>
            </a:r>
          </a:p>
          <a:p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O (Output)       : 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What are the outcome of what 			you do?</a:t>
            </a:r>
          </a:p>
          <a:p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R (Resources)* : 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Who (people/system) 			responsible of doing the task?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BE6B60D3-80D6-64C3-FD7F-8792143FF354}"/>
              </a:ext>
            </a:extLst>
          </p:cNvPr>
          <p:cNvSpPr txBox="1"/>
          <p:nvPr/>
        </p:nvSpPr>
        <p:spPr>
          <a:xfrm rot="20375517">
            <a:off x="7297408" y="3121224"/>
            <a:ext cx="309129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498439"/>
            <a:r>
              <a:rPr lang="en-US" sz="4000" b="1" dirty="0">
                <a:solidFill>
                  <a:srgbClr val="C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Example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6A44157-8A54-82AB-CCA0-F3A2C90C29CB}"/>
              </a:ext>
            </a:extLst>
          </p:cNvPr>
          <p:cNvSpPr txBox="1">
            <a:spLocks/>
          </p:cNvSpPr>
          <p:nvPr/>
        </p:nvSpPr>
        <p:spPr>
          <a:xfrm>
            <a:off x="456233" y="1603848"/>
            <a:ext cx="4821619" cy="695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MY" sz="1800" u="sng" dirty="0">
                <a:latin typeface="Arial" panose="020B0604020202020204" pitchFamily="34" charset="0"/>
                <a:cs typeface="Arial" panose="020B0604020202020204" pitchFamily="34" charset="0"/>
              </a:rPr>
              <a:t>1. Pick up one of the processes from the SIPOC and start identifying ICOR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2CF211-A9CD-1865-B438-66CFA3E8E435}"/>
              </a:ext>
            </a:extLst>
          </p:cNvPr>
          <p:cNvCxnSpPr>
            <a:cxnSpLocks/>
          </p:cNvCxnSpPr>
          <p:nvPr/>
        </p:nvCxnSpPr>
        <p:spPr>
          <a:xfrm>
            <a:off x="7306765" y="3653942"/>
            <a:ext cx="0" cy="18422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3AA5ED8-87DE-DAE1-0221-A2AE3EB8FB83}"/>
              </a:ext>
            </a:extLst>
          </p:cNvPr>
          <p:cNvSpPr txBox="1">
            <a:spLocks/>
          </p:cNvSpPr>
          <p:nvPr/>
        </p:nvSpPr>
        <p:spPr>
          <a:xfrm>
            <a:off x="6478493" y="5496233"/>
            <a:ext cx="1662618" cy="5623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MY" sz="11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must be in verb e.g. review report draft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EE17EC-2835-85AA-AC72-869A27C4B9F9}"/>
              </a:ext>
            </a:extLst>
          </p:cNvPr>
          <p:cNvSpPr/>
          <p:nvPr/>
        </p:nvSpPr>
        <p:spPr>
          <a:xfrm>
            <a:off x="698090" y="5456902"/>
            <a:ext cx="4444181" cy="6311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9E45138-11FE-02E0-C823-3CC16350184F}"/>
              </a:ext>
            </a:extLst>
          </p:cNvPr>
          <p:cNvSpPr txBox="1">
            <a:spLocks/>
          </p:cNvSpPr>
          <p:nvPr/>
        </p:nvSpPr>
        <p:spPr>
          <a:xfrm>
            <a:off x="707923" y="6149698"/>
            <a:ext cx="4355690" cy="631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MY" sz="1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*People (position) involved refer to org chart, and enabler department</a:t>
            </a:r>
          </a:p>
        </p:txBody>
      </p:sp>
    </p:spTree>
    <p:extLst>
      <p:ext uri="{BB962C8B-B14F-4D97-AF65-F5344CB8AC3E}">
        <p14:creationId xmlns:p14="http://schemas.microsoft.com/office/powerpoint/2010/main" val="1087549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A00B6-A74A-7DCD-DF0F-DC1B5A24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E67D8E-AB09-545E-F0BE-3E5043963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255" y="1836841"/>
            <a:ext cx="6138235" cy="34571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5746302-0AF4-DA11-CA12-F88DE4E9DE04}"/>
              </a:ext>
            </a:extLst>
          </p:cNvPr>
          <p:cNvSpPr/>
          <p:nvPr/>
        </p:nvSpPr>
        <p:spPr>
          <a:xfrm>
            <a:off x="0" y="339523"/>
            <a:ext cx="8843058" cy="841096"/>
          </a:xfrm>
          <a:prstGeom prst="rect">
            <a:avLst/>
          </a:prstGeom>
          <a:solidFill>
            <a:srgbClr val="07A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MY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 Chart</a:t>
            </a:r>
            <a:endParaRPr lang="en-MY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86DBE1-F3A7-3D59-3E54-E24E3D0217DD}"/>
              </a:ext>
            </a:extLst>
          </p:cNvPr>
          <p:cNvSpPr/>
          <p:nvPr/>
        </p:nvSpPr>
        <p:spPr>
          <a:xfrm>
            <a:off x="289368" y="501085"/>
            <a:ext cx="578734" cy="52954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D21427E-7F82-0DCF-2868-E5F35160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351098"/>
            <a:ext cx="428260" cy="841096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D1B9C1BC-BC6B-971B-DEF0-266389C368B7}"/>
              </a:ext>
            </a:extLst>
          </p:cNvPr>
          <p:cNvSpPr txBox="1"/>
          <p:nvPr/>
        </p:nvSpPr>
        <p:spPr>
          <a:xfrm rot="20375517">
            <a:off x="7297408" y="3121224"/>
            <a:ext cx="309129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498439"/>
            <a:r>
              <a:rPr lang="en-US" sz="4000" b="1" dirty="0">
                <a:solidFill>
                  <a:srgbClr val="C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Example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96B608-418A-264B-5FAC-6AE97B5156DD}"/>
              </a:ext>
            </a:extLst>
          </p:cNvPr>
          <p:cNvSpPr txBox="1">
            <a:spLocks/>
          </p:cNvSpPr>
          <p:nvPr/>
        </p:nvSpPr>
        <p:spPr>
          <a:xfrm>
            <a:off x="491510" y="2246777"/>
            <a:ext cx="4821619" cy="2002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MY" sz="1800" u="sng" dirty="0">
                <a:latin typeface="Arial" panose="020B0604020202020204" pitchFamily="34" charset="0"/>
                <a:cs typeface="Arial" panose="020B0604020202020204" pitchFamily="34" charset="0"/>
              </a:rPr>
              <a:t>Build deployment chart for each of the ICOR previously prepared to identify;</a:t>
            </a:r>
          </a:p>
          <a:p>
            <a:pPr marL="0" indent="0">
              <a:buNone/>
            </a:pPr>
            <a:endParaRPr lang="en-MY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Who is doing what</a:t>
            </a:r>
          </a:p>
          <a:p>
            <a:pPr lvl="1"/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When it is done</a:t>
            </a:r>
          </a:p>
          <a:p>
            <a:pPr lvl="1"/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How long does it take to do what (time)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C0A51D-E09D-3E09-97A0-44328CB76C3F}"/>
              </a:ext>
            </a:extLst>
          </p:cNvPr>
          <p:cNvSpPr txBox="1">
            <a:spLocks/>
          </p:cNvSpPr>
          <p:nvPr/>
        </p:nvSpPr>
        <p:spPr>
          <a:xfrm>
            <a:off x="491510" y="1647538"/>
            <a:ext cx="3352800" cy="399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MY" sz="2000" i="1" dirty="0">
                <a:solidFill>
                  <a:srgbClr val="00B050"/>
                </a:solidFill>
                <a:latin typeface="Cabin Sketch" panose="020B0503050202020004" pitchFamily="34" charset="0"/>
                <a:cs typeface="Arial" panose="020B0604020202020204" pitchFamily="34" charset="0"/>
              </a:rPr>
              <a:t>We are almost done!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C01F3AFB-5AB6-A2F5-2269-875AEBBE2072}"/>
              </a:ext>
            </a:extLst>
          </p:cNvPr>
          <p:cNvSpPr txBox="1"/>
          <p:nvPr/>
        </p:nvSpPr>
        <p:spPr>
          <a:xfrm>
            <a:off x="877950" y="4698356"/>
            <a:ext cx="4435179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98439"/>
            <a:r>
              <a:rPr lang="en-US" sz="16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Actual time spent working on a product or service.  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3A706CB-2A10-0C0C-70B4-9E940B024221}"/>
              </a:ext>
            </a:extLst>
          </p:cNvPr>
          <p:cNvSpPr txBox="1"/>
          <p:nvPr/>
        </p:nvSpPr>
        <p:spPr>
          <a:xfrm>
            <a:off x="877950" y="5697465"/>
            <a:ext cx="4435179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98439"/>
            <a:r>
              <a:rPr lang="en-US" sz="16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Total elapsed time from the start of a process to its completion that represent the total customer waiting time.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781FE5-3666-2114-C7F4-7BF45E44A70B}"/>
              </a:ext>
            </a:extLst>
          </p:cNvPr>
          <p:cNvSpPr/>
          <p:nvPr/>
        </p:nvSpPr>
        <p:spPr>
          <a:xfrm>
            <a:off x="868102" y="4337516"/>
            <a:ext cx="1884930" cy="32388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Process time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E1A11E-C90D-4FFD-C1C0-0A90CD2DEA85}"/>
              </a:ext>
            </a:extLst>
          </p:cNvPr>
          <p:cNvSpPr/>
          <p:nvPr/>
        </p:nvSpPr>
        <p:spPr>
          <a:xfrm>
            <a:off x="868102" y="5334250"/>
            <a:ext cx="1884930" cy="323887"/>
          </a:xfrm>
          <a:prstGeom prst="roundRect">
            <a:avLst/>
          </a:prstGeom>
          <a:solidFill>
            <a:srgbClr val="0BB5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Lead time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522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45B14-3622-3001-C0AE-67FCC4812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C1FCAFF-E33D-F4D1-EB76-A39406DF43B5}"/>
              </a:ext>
            </a:extLst>
          </p:cNvPr>
          <p:cNvSpPr/>
          <p:nvPr/>
        </p:nvSpPr>
        <p:spPr>
          <a:xfrm>
            <a:off x="1994410" y="2123441"/>
            <a:ext cx="7024875" cy="77002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10313F-821C-6F69-8876-A80BF8626224}"/>
              </a:ext>
            </a:extLst>
          </p:cNvPr>
          <p:cNvSpPr/>
          <p:nvPr/>
        </p:nvSpPr>
        <p:spPr>
          <a:xfrm>
            <a:off x="1994410" y="3012494"/>
            <a:ext cx="5970107" cy="77002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D5E872-8A5E-4646-1677-CCA2E712B705}"/>
              </a:ext>
            </a:extLst>
          </p:cNvPr>
          <p:cNvSpPr/>
          <p:nvPr/>
        </p:nvSpPr>
        <p:spPr>
          <a:xfrm>
            <a:off x="1994410" y="3885597"/>
            <a:ext cx="5970107" cy="77002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09FCE4-5FB0-859D-0A18-E5E4900A51F1}"/>
              </a:ext>
            </a:extLst>
          </p:cNvPr>
          <p:cNvSpPr/>
          <p:nvPr/>
        </p:nvSpPr>
        <p:spPr>
          <a:xfrm>
            <a:off x="1994410" y="4785464"/>
            <a:ext cx="5970107" cy="7700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F907FA-CEE5-E387-64FE-3E314BFF8D2D}"/>
              </a:ext>
            </a:extLst>
          </p:cNvPr>
          <p:cNvSpPr/>
          <p:nvPr/>
        </p:nvSpPr>
        <p:spPr>
          <a:xfrm>
            <a:off x="7870446" y="2945003"/>
            <a:ext cx="2864736" cy="26705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D5D466-3930-403B-1DBA-0C70337C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503" y="502939"/>
            <a:ext cx="10515600" cy="645527"/>
          </a:xfrm>
        </p:spPr>
        <p:txBody>
          <a:bodyPr>
            <a:normAutofit fontScale="90000"/>
          </a:bodyPr>
          <a:lstStyle/>
          <a:p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4 Levels of Mastery </a:t>
            </a:r>
            <a:r>
              <a:rPr lang="en-MY" b="1" dirty="0" err="1">
                <a:latin typeface="Arial" panose="020B0604020202020204" pitchFamily="34" charset="0"/>
                <a:cs typeface="Arial" panose="020B0604020202020204" pitchFamily="34" charset="0"/>
              </a:rPr>
              <a:t>BandAna</a:t>
            </a:r>
            <a:endParaRPr lang="en-MY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E4127128-CF70-7308-1129-EA0CC3186347}"/>
              </a:ext>
            </a:extLst>
          </p:cNvPr>
          <p:cNvSpPr txBox="1"/>
          <p:nvPr/>
        </p:nvSpPr>
        <p:spPr>
          <a:xfrm>
            <a:off x="1199494" y="1215386"/>
            <a:ext cx="10043084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98439"/>
            <a:r>
              <a:rPr lang="en-US" sz="16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Upon completion of this workshop, participants will achieve Level 1 (Yellow Band) competency in Business Process Mapping, which focuses on AI-enabled navigation and analysis of business processes.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0E8CEA-81A0-F74B-DD25-8B906588C452}"/>
              </a:ext>
            </a:extLst>
          </p:cNvPr>
          <p:cNvSpPr/>
          <p:nvPr/>
        </p:nvSpPr>
        <p:spPr>
          <a:xfrm>
            <a:off x="5960622" y="4726425"/>
            <a:ext cx="1909823" cy="889145"/>
          </a:xfrm>
          <a:prstGeom prst="rect">
            <a:avLst/>
          </a:prstGeom>
          <a:solidFill>
            <a:srgbClr val="FFCC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CB6B8-79E2-07B4-8D1D-B646DB8E1B28}"/>
              </a:ext>
            </a:extLst>
          </p:cNvPr>
          <p:cNvSpPr/>
          <p:nvPr/>
        </p:nvSpPr>
        <p:spPr>
          <a:xfrm>
            <a:off x="6915534" y="3836236"/>
            <a:ext cx="1909823" cy="88914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8C931A-7F4C-8B7D-F388-FD7BE2193ABC}"/>
              </a:ext>
            </a:extLst>
          </p:cNvPr>
          <p:cNvSpPr/>
          <p:nvPr/>
        </p:nvSpPr>
        <p:spPr>
          <a:xfrm>
            <a:off x="7870446" y="2946047"/>
            <a:ext cx="1909823" cy="88914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11C3C8-4FAF-B77D-6836-C065B39ACA76}"/>
              </a:ext>
            </a:extLst>
          </p:cNvPr>
          <p:cNvSpPr/>
          <p:nvPr/>
        </p:nvSpPr>
        <p:spPr>
          <a:xfrm>
            <a:off x="8825358" y="2055858"/>
            <a:ext cx="1909823" cy="88914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97F059-392D-DDC7-ACC9-8AE6F06128BA}"/>
              </a:ext>
            </a:extLst>
          </p:cNvPr>
          <p:cNvSpPr/>
          <p:nvPr/>
        </p:nvSpPr>
        <p:spPr>
          <a:xfrm>
            <a:off x="2004085" y="4843918"/>
            <a:ext cx="1682229" cy="376991"/>
          </a:xfrm>
          <a:prstGeom prst="rect">
            <a:avLst/>
          </a:prstGeom>
          <a:solidFill>
            <a:srgbClr val="FFCC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Yellow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B157CE-CA72-DD3A-1D6D-A56F846698AB}"/>
              </a:ext>
            </a:extLst>
          </p:cNvPr>
          <p:cNvSpPr/>
          <p:nvPr/>
        </p:nvSpPr>
        <p:spPr>
          <a:xfrm>
            <a:off x="2004085" y="3960093"/>
            <a:ext cx="1682229" cy="37699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31B515-4575-21BE-1F70-920557B86698}"/>
              </a:ext>
            </a:extLst>
          </p:cNvPr>
          <p:cNvSpPr/>
          <p:nvPr/>
        </p:nvSpPr>
        <p:spPr>
          <a:xfrm>
            <a:off x="2004085" y="3070948"/>
            <a:ext cx="1682229" cy="37699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Fuchsia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769183-076C-5EFC-D4BE-494549730D4C}"/>
              </a:ext>
            </a:extLst>
          </p:cNvPr>
          <p:cNvSpPr/>
          <p:nvPr/>
        </p:nvSpPr>
        <p:spPr>
          <a:xfrm>
            <a:off x="2004867" y="2181895"/>
            <a:ext cx="1682229" cy="37699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Dark Blue</a:t>
            </a:r>
          </a:p>
        </p:txBody>
      </p:sp>
      <p:pic>
        <p:nvPicPr>
          <p:cNvPr id="1026" name="Picture 2" descr="Yellow ribbon symbol | Free SVG">
            <a:extLst>
              <a:ext uri="{FF2B5EF4-FFF2-40B4-BE49-F238E27FC236}">
                <a16:creationId xmlns:a16="http://schemas.microsoft.com/office/drawing/2014/main" id="{28AB4057-E5BD-C8B7-AEA7-05E1940EB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549" y="4804570"/>
            <a:ext cx="770023" cy="77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ck Generic Grey icon | Freepik">
            <a:extLst>
              <a:ext uri="{FF2B5EF4-FFF2-40B4-BE49-F238E27FC236}">
                <a16:creationId xmlns:a16="http://schemas.microsoft.com/office/drawing/2014/main" id="{4511859D-7A55-EC41-1391-82986C8A3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401" y="3895274"/>
            <a:ext cx="770024" cy="77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ock Generic Grey icon | Freepik">
            <a:extLst>
              <a:ext uri="{FF2B5EF4-FFF2-40B4-BE49-F238E27FC236}">
                <a16:creationId xmlns:a16="http://schemas.microsoft.com/office/drawing/2014/main" id="{D4FE5DD4-843C-24B5-7CD5-DE77FD0D8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401" y="2999235"/>
            <a:ext cx="770024" cy="77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ock Generic Grey icon | Freepik">
            <a:extLst>
              <a:ext uri="{FF2B5EF4-FFF2-40B4-BE49-F238E27FC236}">
                <a16:creationId xmlns:a16="http://schemas.microsoft.com/office/drawing/2014/main" id="{C389FAEC-E4A2-96F6-FC51-C9EE34098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58" y="2099366"/>
            <a:ext cx="770024" cy="77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E8248CEF-E862-2EDE-7B36-7A14BEC9B3A6}"/>
              </a:ext>
            </a:extLst>
          </p:cNvPr>
          <p:cNvSpPr txBox="1"/>
          <p:nvPr/>
        </p:nvSpPr>
        <p:spPr>
          <a:xfrm>
            <a:off x="3818094" y="4918709"/>
            <a:ext cx="242260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98439"/>
            <a:r>
              <a:rPr lang="en-US" sz="1400" dirty="0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Current state Business Process Mapping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57C126DC-E58B-ACDA-5679-BA26CDD348D0}"/>
              </a:ext>
            </a:extLst>
          </p:cNvPr>
          <p:cNvSpPr txBox="1"/>
          <p:nvPr/>
        </p:nvSpPr>
        <p:spPr>
          <a:xfrm>
            <a:off x="3888477" y="4044072"/>
            <a:ext cx="286473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98439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Desired state Business Process Mapping + Process Improvement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5CF5D4A1-2AA1-AF27-8E64-CD4373FAF21B}"/>
              </a:ext>
            </a:extLst>
          </p:cNvPr>
          <p:cNvSpPr txBox="1"/>
          <p:nvPr/>
        </p:nvSpPr>
        <p:spPr>
          <a:xfrm>
            <a:off x="3888478" y="3163529"/>
            <a:ext cx="383967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98439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Desired state Business Process Mapping + Process Optimization with AI assistance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E4CE4CF-0966-4A6F-F39C-E1DD6EBC5D1C}"/>
              </a:ext>
            </a:extLst>
          </p:cNvPr>
          <p:cNvSpPr txBox="1"/>
          <p:nvPr/>
        </p:nvSpPr>
        <p:spPr>
          <a:xfrm>
            <a:off x="3888477" y="2282006"/>
            <a:ext cx="4409947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98439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Desired state Business Process Mapping + Manpower Optimization</a:t>
            </a:r>
          </a:p>
        </p:txBody>
      </p:sp>
    </p:spTree>
    <p:extLst>
      <p:ext uri="{BB962C8B-B14F-4D97-AF65-F5344CB8AC3E}">
        <p14:creationId xmlns:p14="http://schemas.microsoft.com/office/powerpoint/2010/main" val="800387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4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F8E7AE-4CE7-5EEE-A465-837CCB635E5D}"/>
              </a:ext>
            </a:extLst>
          </p:cNvPr>
          <p:cNvSpPr txBox="1"/>
          <p:nvPr/>
        </p:nvSpPr>
        <p:spPr>
          <a:xfrm>
            <a:off x="2558715" y="2819189"/>
            <a:ext cx="7074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5200" b="1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B7A5B497-703C-A1EE-225D-61046905CD46}"/>
              </a:ext>
            </a:extLst>
          </p:cNvPr>
          <p:cNvSpPr/>
          <p:nvPr/>
        </p:nvSpPr>
        <p:spPr>
          <a:xfrm>
            <a:off x="-1010653" y="2721157"/>
            <a:ext cx="4604085" cy="923330"/>
          </a:xfrm>
          <a:prstGeom prst="flowChartTerminator">
            <a:avLst/>
          </a:prstGeom>
          <a:solidFill>
            <a:srgbClr val="0994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29EC2136-DA48-0F72-6EE2-6F82F37A62F4}"/>
              </a:ext>
            </a:extLst>
          </p:cNvPr>
          <p:cNvSpPr/>
          <p:nvPr/>
        </p:nvSpPr>
        <p:spPr>
          <a:xfrm>
            <a:off x="8598570" y="2833452"/>
            <a:ext cx="4395535" cy="923330"/>
          </a:xfrm>
          <a:prstGeom prst="flowChartTerminator">
            <a:avLst/>
          </a:prstGeom>
          <a:solidFill>
            <a:srgbClr val="0994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BA71A-9CBE-FEF6-8E81-287EA9D2CFF6}"/>
              </a:ext>
            </a:extLst>
          </p:cNvPr>
          <p:cNvSpPr txBox="1"/>
          <p:nvPr/>
        </p:nvSpPr>
        <p:spPr>
          <a:xfrm>
            <a:off x="2558715" y="3742519"/>
            <a:ext cx="7074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5200" b="1" dirty="0">
                <a:latin typeface="Arial" panose="020B0604020202020204" pitchFamily="34" charset="0"/>
                <a:cs typeface="Arial" panose="020B0604020202020204" pitchFamily="34" charset="0"/>
              </a:rPr>
              <a:t>Any questions?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1C78FD-9F11-0B4C-EF31-218E82E76406}"/>
              </a:ext>
            </a:extLst>
          </p:cNvPr>
          <p:cNvSpPr/>
          <p:nvPr/>
        </p:nvSpPr>
        <p:spPr>
          <a:xfrm>
            <a:off x="192732" y="6557633"/>
            <a:ext cx="219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Jasmiza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Solutions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Sdn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Bhd.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091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1067</Words>
  <Application>Microsoft Office PowerPoint</Application>
  <PresentationFormat>Widescreen</PresentationFormat>
  <Paragraphs>168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Cabin Sketch</vt:lpstr>
      <vt:lpstr>Gill Sans MT</vt:lpstr>
      <vt:lpstr>Office Theme</vt:lpstr>
      <vt:lpstr>PowerPoint Presentation</vt:lpstr>
      <vt:lpstr>JSSB Approach for Business Process Mapping</vt:lpstr>
      <vt:lpstr>BPM is the first step for Enterprise Automation</vt:lpstr>
      <vt:lpstr>5 Levels of Document Hierarchy</vt:lpstr>
      <vt:lpstr>Steps in Business Process Mapping</vt:lpstr>
      <vt:lpstr>1</vt:lpstr>
      <vt:lpstr>2</vt:lpstr>
      <vt:lpstr>3</vt:lpstr>
      <vt:lpstr>4</vt:lpstr>
      <vt:lpstr>4 Levels of Mastery BandAna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Operational Excellence Academy6</dc:creator>
  <cp:lastModifiedBy>Operational Excellence Academy6</cp:lastModifiedBy>
  <cp:revision>1</cp:revision>
  <dcterms:created xsi:type="dcterms:W3CDTF">2026-01-25T10:03:18Z</dcterms:created>
  <dcterms:modified xsi:type="dcterms:W3CDTF">2026-01-27T05:00:23Z</dcterms:modified>
</cp:coreProperties>
</file>